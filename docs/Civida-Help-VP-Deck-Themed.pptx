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0" r:id="rId6"/>
  </p:sldMasterIdLst>
  <p:notesMasterIdLst>
    <p:notesMasterId r:id="rId11"/>
  </p:notesMasterIdLst>
  <p:sldIdLst>
    <p:sldId id="257" r:id="rId7"/>
    <p:sldId id="261" r:id="rId8"/>
    <p:sldId id="262" r:id="rId9"/>
    <p:sldId id="266"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5D71C"/>
    <a:srgbClr val="FBCA46"/>
    <a:srgbClr val="659D1E"/>
    <a:srgbClr val="CA4235"/>
    <a:srgbClr val="F8A40D"/>
    <a:srgbClr val="52207F"/>
    <a:srgbClr val="8F1F7C"/>
    <a:srgbClr val="458F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666"/>
    <p:restoredTop sz="46986"/>
  </p:normalViewPr>
  <p:slideViewPr>
    <p:cSldViewPr snapToGrid="0">
      <p:cViewPr varScale="1">
        <p:scale>
          <a:sx n="56" d="100"/>
          <a:sy n="56" d="100"/>
        </p:scale>
        <p:origin x="3320" y="168"/>
      </p:cViewPr>
      <p:guideLst/>
    </p:cSldViewPr>
  </p:slideViewPr>
  <p:notesTextViewPr>
    <p:cViewPr>
      <p:scale>
        <a:sx n="110" d="100"/>
        <a:sy n="11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notesMaster" Target="notesMasters/notesMaster1.xml"/><Relationship Id="rId5" Type="http://schemas.openxmlformats.org/officeDocument/2006/relationships/customXml" Target="../customXml/item5.xml"/><Relationship Id="rId15" Type="http://schemas.openxmlformats.org/officeDocument/2006/relationships/tableStyles" Target="tableStyles.xml"/><Relationship Id="rId10" Type="http://schemas.openxmlformats.org/officeDocument/2006/relationships/slide" Target="slides/slide4.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79812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Here's the problem it solves. A large </a:t>
            </a:r>
            <a:r>
              <a:rPr lang="en-CA" dirty="0"/>
              <a:t>number </a:t>
            </a:r>
            <a:r>
              <a:rPr dirty="0"/>
              <a:t>of calls </a:t>
            </a:r>
            <a:r>
              <a:rPr lang="en-CA" dirty="0"/>
              <a:t>are abandoned by </a:t>
            </a:r>
            <a:r>
              <a:rPr dirty="0"/>
              <a:t>our Customer Success team </a:t>
            </a:r>
            <a:r>
              <a:rPr lang="en-CA" dirty="0"/>
              <a:t>because of the sheer volume of calls but most of that information is already </a:t>
            </a:r>
            <a:r>
              <a:rPr dirty="0"/>
              <a:t>on our website</a:t>
            </a:r>
            <a:r>
              <a:rPr lang="en-CA" dirty="0"/>
              <a:t>, examples are</a:t>
            </a:r>
            <a:r>
              <a:rPr dirty="0"/>
              <a:t> how to apply for housing, how to get help with rent, which form to use, which district office to call. Every one of those calls takes staff time, and the customer usually waited on hold for an answer the website already had.</a:t>
            </a:r>
          </a:p>
          <a:p>
            <a:endParaRPr dirty="0"/>
          </a:p>
          <a:p>
            <a:r>
              <a:rPr dirty="0"/>
              <a:t>What you see on the left is the actual prototype,</a:t>
            </a:r>
            <a:r>
              <a:rPr lang="en-CA" dirty="0"/>
              <a:t> which we will check out right away</a:t>
            </a:r>
            <a:r>
              <a:rPr dirty="0"/>
              <a:t>. It opens with one question — "which of these describes you?" — Applicant, Tenant, or Benefit Recipient. From there it guides that person straight to their answer, with a link to the exact form, portal, or office they need. No typing, no waiting, no wrong department.</a:t>
            </a:r>
          </a:p>
          <a:p>
            <a:endParaRPr dirty="0"/>
          </a:p>
          <a:p>
            <a:r>
              <a:rPr dirty="0"/>
              <a:t>It was built in-house, there are no software costs, and the wording is with Customer Success for sign-off right now. In the next few minutes I'll show you where this goes from her</a:t>
            </a:r>
            <a:r>
              <a:rPr lang="en-CA" dirty="0"/>
              <a:t>e. </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So where does this go next? </a:t>
            </a:r>
            <a:r>
              <a:rPr lang="en-CA" dirty="0"/>
              <a:t>Here are the t</a:t>
            </a:r>
            <a:r>
              <a:rPr dirty="0" err="1"/>
              <a:t>hree</a:t>
            </a:r>
            <a:r>
              <a:rPr dirty="0"/>
              <a:t> phases, in order of dependency. You'll notice </a:t>
            </a:r>
            <a:r>
              <a:rPr lang="en-CA" dirty="0"/>
              <a:t>that </a:t>
            </a:r>
            <a:r>
              <a:rPr dirty="0"/>
              <a:t>there are no dates on this slide</a:t>
            </a:r>
            <a:r>
              <a:rPr lang="en-CA" dirty="0"/>
              <a:t>,</a:t>
            </a:r>
            <a:r>
              <a:rPr dirty="0"/>
              <a:t> </a:t>
            </a:r>
            <a:r>
              <a:rPr lang="en-CA" dirty="0"/>
              <a:t>t</a:t>
            </a:r>
            <a:r>
              <a:rPr dirty="0"/>
              <a:t>he pacing is one of the things I'd like your input on.</a:t>
            </a:r>
          </a:p>
          <a:p>
            <a:endParaRPr dirty="0"/>
          </a:p>
          <a:p>
            <a:r>
              <a:rPr dirty="0"/>
              <a:t>Phase one is implementation. Customer Success finalizes the wording, </a:t>
            </a:r>
            <a:r>
              <a:rPr lang="en-CA" dirty="0"/>
              <a:t>we sent the HTML file to Comms and they connect with the web developers. W</a:t>
            </a:r>
            <a:r>
              <a:rPr dirty="0"/>
              <a:t>e </a:t>
            </a:r>
            <a:r>
              <a:rPr lang="en-CA" dirty="0"/>
              <a:t>have to inform users </a:t>
            </a:r>
            <a:r>
              <a:rPr dirty="0"/>
              <a:t>it exists</a:t>
            </a:r>
            <a:r>
              <a:rPr lang="en-CA" dirty="0"/>
              <a:t>, either</a:t>
            </a:r>
            <a:r>
              <a:rPr dirty="0"/>
              <a:t> on the website,</a:t>
            </a:r>
            <a:r>
              <a:rPr lang="en-CA" dirty="0"/>
              <a:t> or</a:t>
            </a:r>
            <a:r>
              <a:rPr dirty="0"/>
              <a:t> </a:t>
            </a:r>
            <a:r>
              <a:rPr lang="en-CA" dirty="0"/>
              <a:t>through </a:t>
            </a:r>
            <a:r>
              <a:rPr dirty="0"/>
              <a:t>the phone hold message. This phase is close: the prototype is already built and tested</a:t>
            </a:r>
          </a:p>
          <a:p>
            <a:endParaRPr dirty="0"/>
          </a:p>
          <a:p>
            <a:r>
              <a:rPr dirty="0"/>
              <a:t>Phase two is data and analytics. Once it's live, we start measuring</a:t>
            </a:r>
            <a:r>
              <a:rPr lang="en-CA" dirty="0"/>
              <a:t>,</a:t>
            </a:r>
            <a:r>
              <a:rPr dirty="0"/>
              <a:t> what </a:t>
            </a:r>
            <a:r>
              <a:rPr lang="en-CA" dirty="0"/>
              <a:t>are the most commonly selected questions</a:t>
            </a:r>
            <a:r>
              <a:rPr dirty="0"/>
              <a:t>, </a:t>
            </a:r>
            <a:r>
              <a:rPr lang="en-CA" dirty="0"/>
              <a:t>how long does the user use the chatbot for</a:t>
            </a:r>
            <a:r>
              <a:rPr dirty="0"/>
              <a:t>, and </a:t>
            </a:r>
            <a:r>
              <a:rPr lang="en-CA" dirty="0"/>
              <a:t>which group uses the chatbot the most</a:t>
            </a:r>
            <a:r>
              <a:rPr dirty="0"/>
              <a:t>. That's how </a:t>
            </a:r>
            <a:r>
              <a:rPr lang="en-CA" dirty="0"/>
              <a:t>the we can  contrast the before and after effects of the chatbot. So that we can ultimately answer the question Have deflected calls gone down? </a:t>
            </a:r>
          </a:p>
          <a:p>
            <a:endParaRPr dirty="0"/>
          </a:p>
          <a:p>
            <a:r>
              <a:rPr dirty="0"/>
              <a:t>Phase three is future features. The headline is an automated AI pipeline that books appointments right inside the chat. So</a:t>
            </a:r>
            <a:r>
              <a:rPr lang="en-CA" dirty="0"/>
              <a:t> when the user’s needs to answers that cannot be answers online they can get booked for an appointment that is automatically setup for them through the chatbot.</a:t>
            </a:r>
            <a:r>
              <a:rPr dirty="0"/>
              <a:t> Beyond that: free-text questions.</a:t>
            </a:r>
          </a:p>
          <a:p>
            <a:endParaRPr dirty="0"/>
          </a:p>
          <a:p>
            <a:r>
              <a:rPr dirty="0"/>
              <a:t>Each phase builds on the one before it</a:t>
            </a:r>
            <a:r>
              <a:rPr lang="en-CA" dirty="0"/>
              <a:t>,</a:t>
            </a:r>
            <a:r>
              <a:rPr dirty="0"/>
              <a:t> launch first, measure second, extend third.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 fair question about any new tool is: who looks after it? The answer </a:t>
            </a:r>
            <a:r>
              <a:rPr dirty="0" err="1"/>
              <a:t>i</a:t>
            </a:r>
            <a:r>
              <a:rPr lang="en-CA" dirty="0"/>
              <a:t>s </a:t>
            </a:r>
            <a:r>
              <a:rPr dirty="0"/>
              <a:t>s</a:t>
            </a:r>
            <a:r>
              <a:rPr lang="en-CA" dirty="0" err="1"/>
              <a:t>i</a:t>
            </a:r>
            <a:r>
              <a:rPr dirty="0" err="1"/>
              <a:t>mple</a:t>
            </a:r>
            <a:r>
              <a:rPr lang="en-CA" dirty="0"/>
              <a:t>y,</a:t>
            </a:r>
            <a:r>
              <a:rPr dirty="0"/>
              <a:t> </a:t>
            </a:r>
            <a:r>
              <a:rPr lang="en-CA" dirty="0"/>
              <a:t>Comms and Systems for now. </a:t>
            </a:r>
            <a:endParaRPr dirty="0"/>
          </a:p>
          <a:p>
            <a:endParaRPr dirty="0"/>
          </a:p>
          <a:p>
            <a:r>
              <a:rPr dirty="0"/>
              <a:t>The Communications team </a:t>
            </a:r>
            <a:r>
              <a:rPr lang="en-CA" dirty="0"/>
              <a:t>makes updates and changes to the chatbot responses</a:t>
            </a:r>
            <a:r>
              <a:rPr dirty="0"/>
              <a:t>. Every question, answer, and link a customer sees belongs to them</a:t>
            </a:r>
            <a:r>
              <a:rPr lang="en-CA" dirty="0"/>
              <a:t> and the customer success team</a:t>
            </a:r>
            <a:r>
              <a:rPr dirty="0"/>
              <a:t>. And the edits are </a:t>
            </a:r>
            <a:r>
              <a:rPr lang="en-CA" dirty="0"/>
              <a:t>simple, </a:t>
            </a:r>
            <a:r>
              <a:rPr dirty="0"/>
              <a:t>all the content lives in one </a:t>
            </a:r>
            <a:r>
              <a:rPr lang="en-CA" dirty="0"/>
              <a:t>HTML file</a:t>
            </a:r>
            <a:r>
              <a:rPr dirty="0"/>
              <a:t>, so changing an answer is </a:t>
            </a:r>
            <a:r>
              <a:rPr lang="en-CA" dirty="0"/>
              <a:t>just locating the question and updating the answer or link</a:t>
            </a:r>
            <a:r>
              <a:rPr dirty="0"/>
              <a:t>. Whenever a program or a policy changes, comms reviews it and updates the wording.</a:t>
            </a:r>
          </a:p>
          <a:p>
            <a:endParaRPr dirty="0"/>
          </a:p>
          <a:p>
            <a:r>
              <a:rPr dirty="0"/>
              <a:t>The Systems team</a:t>
            </a:r>
            <a:r>
              <a:rPr lang="en-CA" dirty="0"/>
              <a:t> supports comms whenever updates go live. </a:t>
            </a:r>
          </a:p>
          <a:p>
            <a:endParaRPr dirty="0"/>
          </a:p>
          <a:p>
            <a:r>
              <a:rPr lang="en-CA" dirty="0"/>
              <a:t>T</a:t>
            </a:r>
            <a:r>
              <a:rPr dirty="0"/>
              <a:t>his </a:t>
            </a:r>
            <a:r>
              <a:rPr lang="en-CA" dirty="0"/>
              <a:t>chatbot was </a:t>
            </a:r>
            <a:r>
              <a:rPr dirty="0"/>
              <a:t>built to stay cheap. It's one self-contained page. No vendor contract, no </a:t>
            </a:r>
            <a:r>
              <a:rPr dirty="0" err="1"/>
              <a:t>licence</a:t>
            </a:r>
            <a:r>
              <a:rPr dirty="0"/>
              <a:t> fees, no dedicated infrastructure.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So, to wrap up. </a:t>
            </a:r>
            <a:r>
              <a:rPr lang="en-CA" dirty="0"/>
              <a:t>The </a:t>
            </a:r>
            <a:r>
              <a:rPr lang="en-CA" dirty="0" err="1"/>
              <a:t>Civida</a:t>
            </a:r>
            <a:r>
              <a:rPr lang="en-CA" dirty="0"/>
              <a:t> chatbot</a:t>
            </a:r>
            <a:r>
              <a:rPr dirty="0"/>
              <a:t>is working today</a:t>
            </a:r>
            <a:r>
              <a:rPr lang="en-CA" dirty="0"/>
              <a:t>,</a:t>
            </a:r>
            <a:r>
              <a:rPr dirty="0"/>
              <a:t> it answers routine questions instantly, around the clock, and it keeps the phone line free for the conversations that actually need a person.</a:t>
            </a:r>
          </a:p>
          <a:p>
            <a:endParaRPr dirty="0"/>
          </a:p>
          <a:p>
            <a:r>
              <a:rPr dirty="0"/>
              <a:t>The path forward is simple: launch it, measure it, then extend it.</a:t>
            </a:r>
          </a:p>
          <a:p>
            <a:endParaRPr dirty="0"/>
          </a:p>
          <a:p>
            <a:r>
              <a:rPr dirty="0"/>
              <a:t>And it's cheap to keep — one self-contained page, owned by Comms and Customer Success, with Systems supporting.</a:t>
            </a:r>
          </a:p>
          <a:p>
            <a:endParaRPr dirty="0"/>
          </a:p>
          <a:p>
            <a:r>
              <a:rPr dirty="0"/>
              <a:t>That's everything from me. Thank you — happy to take any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file:////Users/JAMESRETINA/Documents/21-017%20CRH%20CIVIDA%20TEMPLATES/CIVIDA%20COLOUR.png" TargetMode="Externa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emf"/><Relationship Id="rId1" Type="http://schemas.openxmlformats.org/officeDocument/2006/relationships/slideMaster" Target="../slideMasters/slideMaster1.xml"/><Relationship Id="rId4" Type="http://schemas.openxmlformats.org/officeDocument/2006/relationships/image" Target="file:////Users/JAMESRETINA/Documents/21-017%20CRH%20CIVIDA%20TEMPLATES/CIVIDA%20COLOUR%20REVERSE.png" TargetMode="Externa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emf"/><Relationship Id="rId1" Type="http://schemas.openxmlformats.org/officeDocument/2006/relationships/slideMaster" Target="../slideMasters/slideMaster1.xml"/><Relationship Id="rId4" Type="http://schemas.openxmlformats.org/officeDocument/2006/relationships/image" Target="file:////Users/JAMESRETINA/Documents/21-017%20CRH%20CIVIDA%20TEMPLATES/CIVIDA%20COLOUR%20REVERSE.png" TargetMode="Externa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emf"/><Relationship Id="rId1" Type="http://schemas.openxmlformats.org/officeDocument/2006/relationships/slideMaster" Target="../slideMasters/slideMaster1.xml"/><Relationship Id="rId4" Type="http://schemas.openxmlformats.org/officeDocument/2006/relationships/image" Target="file:////Users/JAMESRETINA/Documents/21-017%20CRH%20CIVIDA%20TEMPLATES/CIVIDA%20SYMBOL%20COLOUR.png" TargetMode="Externa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emf"/><Relationship Id="rId1" Type="http://schemas.openxmlformats.org/officeDocument/2006/relationships/slideMaster" Target="../slideMasters/slideMaster1.xml"/><Relationship Id="rId4" Type="http://schemas.openxmlformats.org/officeDocument/2006/relationships/image" Target="file:////Users/JAMESRETINA/Documents/21-017%20CRH%20CIVIDA%20TEMPLATES/CIVIDA%20SYMBOL%20COLOUR.png" TargetMode="Externa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file:////Users/JAMESRETINA/Documents/21-017%20CRH%20CIVIDA%20TEMPLATES/CIVIDA%20SYMBOL%20COLOUR.png" TargetMode="External"/><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2.emf"/></Relationships>
</file>

<file path=ppt/slideLayouts/_rels/slideLayout12.xml.rels><?xml version="1.0" encoding="UTF-8" standalone="yes"?>
<Relationships xmlns="http://schemas.openxmlformats.org/package/2006/relationships"><Relationship Id="rId3" Type="http://schemas.openxmlformats.org/officeDocument/2006/relationships/image" Target="file:////Users/JAMESRETINA/Documents/21-017%20CRH%20CIVIDA%20TEMPLATES/CIVIDA%20SYMBOL%20COLOUR.png" TargetMode="External"/><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3.emf"/></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emf"/><Relationship Id="rId1" Type="http://schemas.openxmlformats.org/officeDocument/2006/relationships/slideMaster" Target="../slideMasters/slideMaster1.xml"/><Relationship Id="rId4" Type="http://schemas.openxmlformats.org/officeDocument/2006/relationships/image" Target="file:////Users/JAMESRETINA/Documents/21-017%20CRH%20CIVIDA%20TEMPLATES/CIVIDA%20COLOUR%20REVERSE.png" TargetMode="Externa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emf"/><Relationship Id="rId1" Type="http://schemas.openxmlformats.org/officeDocument/2006/relationships/slideMaster" Target="../slideMasters/slideMaster1.xml"/><Relationship Id="rId4" Type="http://schemas.openxmlformats.org/officeDocument/2006/relationships/image" Target="file:////Users/JAMESRETINA/Documents/21-017%20CRH%20CIVIDA%20TEMPLATES/CIVIDA%20COLOUR%20REVERSE.png" TargetMode="Externa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emf"/><Relationship Id="rId1" Type="http://schemas.openxmlformats.org/officeDocument/2006/relationships/slideMaster" Target="../slideMasters/slideMaster1.xml"/><Relationship Id="rId4" Type="http://schemas.openxmlformats.org/officeDocument/2006/relationships/image" Target="file:////Users/JAMESRETINA/Documents/21-017%20CRH%20CIVIDA%20TEMPLATES/CIVIDA%20COLOUR%20REVERSE.png" TargetMode="Externa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emf"/><Relationship Id="rId1" Type="http://schemas.openxmlformats.org/officeDocument/2006/relationships/slideMaster" Target="../slideMasters/slideMaster1.xml"/><Relationship Id="rId4" Type="http://schemas.openxmlformats.org/officeDocument/2006/relationships/image" Target="file:////Users/JAMESRETINA/Documents/21-017%20CRH%20CIVIDA%20TEMPLATES/CIVIDA%20COLOUR%20REVERSE.png" TargetMode="Externa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emf"/><Relationship Id="rId1" Type="http://schemas.openxmlformats.org/officeDocument/2006/relationships/slideMaster" Target="../slideMasters/slideMaster1.xml"/><Relationship Id="rId4" Type="http://schemas.openxmlformats.org/officeDocument/2006/relationships/image" Target="file:////Users/JAMESRETINA/Documents/21-017%20CRH%20CIVIDA%20TEMPLATES/CIVIDA%20SYMBOL%20COLOUR.png" TargetMode="Externa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emf"/><Relationship Id="rId1" Type="http://schemas.openxmlformats.org/officeDocument/2006/relationships/slideMaster" Target="../slideMasters/slideMaster1.xml"/><Relationship Id="rId4" Type="http://schemas.openxmlformats.org/officeDocument/2006/relationships/image" Target="file:////Users/JAMESRETINA/Documents/21-017%20CRH%20CIVIDA%20TEMPLATES/CIVIDA%20SYMBOL%20COLOUR.png" TargetMode="Externa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file:////Users/JAMESRETINA/Documents/21-017%20CRH%20CIVIDA%20TEMPLATES/CIVIDA%20SYMBOL%20COLOUR.png" TargetMode="External"/><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2.emf"/></Relationships>
</file>

<file path=ppt/slideLayouts/_rels/slideLayout23.xml.rels><?xml version="1.0" encoding="UTF-8" standalone="yes"?>
<Relationships xmlns="http://schemas.openxmlformats.org/package/2006/relationships"><Relationship Id="rId3" Type="http://schemas.openxmlformats.org/officeDocument/2006/relationships/image" Target="file:////Users/JAMESRETINA/Documents/21-017%20CRH%20CIVIDA%20TEMPLATES/CIVIDA%20SYMBOL%20COLOUR.png" TargetMode="External"/><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3.emf"/></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emf"/><Relationship Id="rId1" Type="http://schemas.openxmlformats.org/officeDocument/2006/relationships/slideMaster" Target="../slideMasters/slideMaster1.xml"/><Relationship Id="rId4" Type="http://schemas.openxmlformats.org/officeDocument/2006/relationships/image" Target="file:////Users/JAMESRETINA/Documents/21-017%20CRH%20CIVIDA%20TEMPLATES/CIVIDA%20COLOUR%20REVERSE.png" TargetMode="Externa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emf"/><Relationship Id="rId1" Type="http://schemas.openxmlformats.org/officeDocument/2006/relationships/slideMaster" Target="../slideMasters/slideMaster1.xml"/><Relationship Id="rId4" Type="http://schemas.openxmlformats.org/officeDocument/2006/relationships/image" Target="file:////Users/JAMESRETINA/Documents/21-017%20CRH%20CIVIDA%20TEMPLATES/CIVIDA%20COLOUR%20REVERSE.png"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942984E-0CBB-F744-B58F-D883282419CF}"/>
              </a:ext>
            </a:extLst>
          </p:cNvPr>
          <p:cNvPicPr>
            <a:picLocks noChangeAspect="1"/>
          </p:cNvPicPr>
          <p:nvPr/>
        </p:nvPicPr>
        <p:blipFill>
          <a:blip r:embed="rId2"/>
          <a:stretch>
            <a:fillRect/>
          </a:stretch>
        </p:blipFill>
        <p:spPr>
          <a:xfrm>
            <a:off x="0" y="0"/>
            <a:ext cx="5918200" cy="6858000"/>
          </a:xfrm>
          <a:prstGeom prst="rect">
            <a:avLst/>
          </a:prstGeom>
        </p:spPr>
      </p:pic>
      <p:sp>
        <p:nvSpPr>
          <p:cNvPr id="2" name="Title 1">
            <a:extLst>
              <a:ext uri="{FF2B5EF4-FFF2-40B4-BE49-F238E27FC236}">
                <a16:creationId xmlns:a16="http://schemas.microsoft.com/office/drawing/2014/main" id="{5EB755CE-F959-2046-9C10-9AB55E6CE31E}"/>
              </a:ext>
            </a:extLst>
          </p:cNvPr>
          <p:cNvSpPr>
            <a:spLocks noGrp="1"/>
          </p:cNvSpPr>
          <p:nvPr>
            <p:ph type="ctrTitle"/>
          </p:nvPr>
        </p:nvSpPr>
        <p:spPr>
          <a:xfrm>
            <a:off x="6273802" y="2953271"/>
            <a:ext cx="5349238" cy="1671637"/>
          </a:xfrm>
        </p:spPr>
        <p:txBody>
          <a:bodyPr anchor="b">
            <a:normAutofit/>
          </a:bodyPr>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016E3234-BEC9-EF45-9F89-1DDD1B60D610}"/>
              </a:ext>
            </a:extLst>
          </p:cNvPr>
          <p:cNvSpPr>
            <a:spLocks noGrp="1"/>
          </p:cNvSpPr>
          <p:nvPr>
            <p:ph type="subTitle" idx="1"/>
          </p:nvPr>
        </p:nvSpPr>
        <p:spPr>
          <a:xfrm>
            <a:off x="6273802" y="5173248"/>
            <a:ext cx="5349238" cy="1183101"/>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8" name="Picture 7">
            <a:extLst>
              <a:ext uri="{FF2B5EF4-FFF2-40B4-BE49-F238E27FC236}">
                <a16:creationId xmlns:a16="http://schemas.microsoft.com/office/drawing/2014/main" id="{B6F8B1DD-270F-D64C-9C6F-87CFD30FC866}"/>
              </a:ext>
            </a:extLst>
          </p:cNvPr>
          <p:cNvPicPr>
            <a:picLocks noChangeAspect="1"/>
          </p:cNvPicPr>
          <p:nvPr/>
        </p:nvPicPr>
        <p:blipFill>
          <a:blip r:embed="rId3"/>
          <a:stretch>
            <a:fillRect/>
          </a:stretch>
        </p:blipFill>
        <p:spPr>
          <a:xfrm>
            <a:off x="0" y="0"/>
            <a:ext cx="12192000" cy="685800"/>
          </a:xfrm>
          <a:prstGeom prst="rect">
            <a:avLst/>
          </a:prstGeom>
        </p:spPr>
      </p:pic>
      <p:pic>
        <p:nvPicPr>
          <p:cNvPr id="10" name="Picture 9" descr="Logo, icon&#10;&#10;Description automatically generated">
            <a:extLst>
              <a:ext uri="{FF2B5EF4-FFF2-40B4-BE49-F238E27FC236}">
                <a16:creationId xmlns:a16="http://schemas.microsoft.com/office/drawing/2014/main" id="{E03F9994-BB00-6748-9404-000B320511EC}"/>
              </a:ext>
            </a:extLst>
          </p:cNvPr>
          <p:cNvPicPr>
            <a:picLocks noChangeAspect="1"/>
          </p:cNvPicPr>
          <p:nvPr/>
        </p:nvPicPr>
        <p:blipFill>
          <a:blip r:embed="rId4" r:link="rId5"/>
          <a:stretch>
            <a:fillRect/>
          </a:stretch>
        </p:blipFill>
        <p:spPr>
          <a:xfrm>
            <a:off x="7754550" y="685800"/>
            <a:ext cx="2387741" cy="2387741"/>
          </a:xfrm>
          <a:prstGeom prst="rect">
            <a:avLst/>
          </a:prstGeom>
        </p:spPr>
      </p:pic>
      <p:pic>
        <p:nvPicPr>
          <p:cNvPr id="4" name="Picture 3">
            <a:extLst>
              <a:ext uri="{FF2B5EF4-FFF2-40B4-BE49-F238E27FC236}">
                <a16:creationId xmlns:a16="http://schemas.microsoft.com/office/drawing/2014/main" id="{B0D5B385-D75C-FA48-73AD-CCBEA53204ED}"/>
              </a:ext>
            </a:extLst>
          </p:cNvPr>
          <p:cNvPicPr>
            <a:picLocks noChangeAspect="1"/>
          </p:cNvPicPr>
          <p:nvPr userDrawn="1"/>
        </p:nvPicPr>
        <p:blipFill>
          <a:blip r:embed="rId2"/>
          <a:stretch>
            <a:fillRect/>
          </a:stretch>
        </p:blipFill>
        <p:spPr>
          <a:xfrm>
            <a:off x="0" y="0"/>
            <a:ext cx="5918200" cy="6858000"/>
          </a:xfrm>
          <a:prstGeom prst="rect">
            <a:avLst/>
          </a:prstGeom>
        </p:spPr>
      </p:pic>
      <p:pic>
        <p:nvPicPr>
          <p:cNvPr id="5" name="Picture 4">
            <a:extLst>
              <a:ext uri="{FF2B5EF4-FFF2-40B4-BE49-F238E27FC236}">
                <a16:creationId xmlns:a16="http://schemas.microsoft.com/office/drawing/2014/main" id="{BEF40693-0B34-47F1-4797-4C03C95A5F1C}"/>
              </a:ext>
            </a:extLst>
          </p:cNvPr>
          <p:cNvPicPr>
            <a:picLocks noChangeAspect="1"/>
          </p:cNvPicPr>
          <p:nvPr userDrawn="1"/>
        </p:nvPicPr>
        <p:blipFill>
          <a:blip r:embed="rId3"/>
          <a:stretch>
            <a:fillRect/>
          </a:stretch>
        </p:blipFill>
        <p:spPr>
          <a:xfrm>
            <a:off x="0" y="0"/>
            <a:ext cx="12192000" cy="685800"/>
          </a:xfrm>
          <a:prstGeom prst="rect">
            <a:avLst/>
          </a:prstGeom>
        </p:spPr>
      </p:pic>
      <p:pic>
        <p:nvPicPr>
          <p:cNvPr id="6" name="Picture 5" descr="Logo, icon&#10;&#10;Description automatically generated">
            <a:extLst>
              <a:ext uri="{FF2B5EF4-FFF2-40B4-BE49-F238E27FC236}">
                <a16:creationId xmlns:a16="http://schemas.microsoft.com/office/drawing/2014/main" id="{AA132DD6-99D4-DA2C-A7BF-EFB53AFA6EAB}"/>
              </a:ext>
            </a:extLst>
          </p:cNvPr>
          <p:cNvPicPr>
            <a:picLocks noChangeAspect="1"/>
          </p:cNvPicPr>
          <p:nvPr userDrawn="1"/>
        </p:nvPicPr>
        <p:blipFill>
          <a:blip r:embed="rId4" r:link="rId5"/>
          <a:stretch>
            <a:fillRect/>
          </a:stretch>
        </p:blipFill>
        <p:spPr>
          <a:xfrm>
            <a:off x="7754550" y="685800"/>
            <a:ext cx="2387741" cy="2387741"/>
          </a:xfrm>
          <a:prstGeom prst="rect">
            <a:avLst/>
          </a:prstGeom>
        </p:spPr>
      </p:pic>
    </p:spTree>
    <p:extLst>
      <p:ext uri="{BB962C8B-B14F-4D97-AF65-F5344CB8AC3E}">
        <p14:creationId xmlns:p14="http://schemas.microsoft.com/office/powerpoint/2010/main" val="6794946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6_Title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9825BD3-5E53-3E41-8509-3B3DA128B22E}"/>
              </a:ext>
            </a:extLst>
          </p:cNvPr>
          <p:cNvPicPr>
            <a:picLocks noChangeAspect="1"/>
          </p:cNvPicPr>
          <p:nvPr/>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9019D5C-310F-F04C-ADA6-A5C5B6D3486C}"/>
              </a:ext>
            </a:extLst>
          </p:cNvPr>
          <p:cNvSpPr>
            <a:spLocks noGrp="1"/>
          </p:cNvSpPr>
          <p:nvPr>
            <p:ph type="title" hasCustomPrompt="1"/>
          </p:nvPr>
        </p:nvSpPr>
        <p:spPr>
          <a:xfrm>
            <a:off x="1596930" y="1252603"/>
            <a:ext cx="9526182" cy="2362779"/>
          </a:xfrm>
        </p:spPr>
        <p:txBody>
          <a:bodyPr>
            <a:noAutofit/>
          </a:bodyPr>
          <a:lstStyle>
            <a:lvl1pPr>
              <a:defRPr sz="6500" b="1" i="0">
                <a:solidFill>
                  <a:schemeClr val="bg1"/>
                </a:solidFill>
                <a:latin typeface="Muli ExtraBold" panose="02000503040000020004" pitchFamily="2" charset="0"/>
              </a:defRPr>
            </a:lvl1pPr>
          </a:lstStyle>
          <a:p>
            <a:r>
              <a:rPr lang="en-US"/>
              <a:t>Click to edit </a:t>
            </a:r>
            <a:br>
              <a:rPr lang="en-US"/>
            </a:br>
            <a:r>
              <a:rPr lang="en-US"/>
              <a:t>Master title style</a:t>
            </a:r>
          </a:p>
        </p:txBody>
      </p:sp>
      <p:sp>
        <p:nvSpPr>
          <p:cNvPr id="8" name="Subtitle 2">
            <a:extLst>
              <a:ext uri="{FF2B5EF4-FFF2-40B4-BE49-F238E27FC236}">
                <a16:creationId xmlns:a16="http://schemas.microsoft.com/office/drawing/2014/main" id="{C0DA469A-596E-5449-AB81-E9B10A84A235}"/>
              </a:ext>
            </a:extLst>
          </p:cNvPr>
          <p:cNvSpPr>
            <a:spLocks noGrp="1"/>
          </p:cNvSpPr>
          <p:nvPr>
            <p:ph type="subTitle" idx="1"/>
          </p:nvPr>
        </p:nvSpPr>
        <p:spPr>
          <a:xfrm>
            <a:off x="1596929" y="3908120"/>
            <a:ext cx="9526183" cy="1183101"/>
          </a:xfrm>
        </p:spPr>
        <p:txBody>
          <a:bodyPr>
            <a:normAutofit/>
          </a:bodyPr>
          <a:lstStyle>
            <a:lvl1pPr marL="0" indent="0" algn="l">
              <a:buNone/>
              <a:defRPr sz="2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3" name="Picture 2">
            <a:extLst>
              <a:ext uri="{FF2B5EF4-FFF2-40B4-BE49-F238E27FC236}">
                <a16:creationId xmlns:a16="http://schemas.microsoft.com/office/drawing/2014/main" id="{6A0947E4-310A-6E83-E83D-E08857731931}"/>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53508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7_Title Only">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F2186F-26D3-5D48-9839-9FD154AC48E4}"/>
              </a:ext>
            </a:extLst>
          </p:cNvPr>
          <p:cNvPicPr>
            <a:picLocks noChangeAspect="1"/>
          </p:cNvPicPr>
          <p:nvPr/>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9019D5C-310F-F04C-ADA6-A5C5B6D3486C}"/>
              </a:ext>
            </a:extLst>
          </p:cNvPr>
          <p:cNvSpPr>
            <a:spLocks noGrp="1"/>
          </p:cNvSpPr>
          <p:nvPr>
            <p:ph type="title" hasCustomPrompt="1"/>
          </p:nvPr>
        </p:nvSpPr>
        <p:spPr>
          <a:xfrm>
            <a:off x="3644796" y="1302707"/>
            <a:ext cx="8006637" cy="2362779"/>
          </a:xfrm>
        </p:spPr>
        <p:txBody>
          <a:bodyPr>
            <a:noAutofit/>
          </a:bodyPr>
          <a:lstStyle>
            <a:lvl1pPr>
              <a:defRPr sz="6500" b="1" i="0">
                <a:solidFill>
                  <a:schemeClr val="bg1"/>
                </a:solidFill>
                <a:latin typeface="Muli ExtraBold" panose="02000503040000020004" pitchFamily="2" charset="0"/>
              </a:defRPr>
            </a:lvl1pPr>
          </a:lstStyle>
          <a:p>
            <a:r>
              <a:rPr lang="en-US"/>
              <a:t>Click to edit </a:t>
            </a:r>
            <a:br>
              <a:rPr lang="en-US"/>
            </a:br>
            <a:r>
              <a:rPr lang="en-US"/>
              <a:t>Master title style</a:t>
            </a:r>
          </a:p>
        </p:txBody>
      </p:sp>
      <p:sp>
        <p:nvSpPr>
          <p:cNvPr id="8" name="Subtitle 2">
            <a:extLst>
              <a:ext uri="{FF2B5EF4-FFF2-40B4-BE49-F238E27FC236}">
                <a16:creationId xmlns:a16="http://schemas.microsoft.com/office/drawing/2014/main" id="{C0DA469A-596E-5449-AB81-E9B10A84A235}"/>
              </a:ext>
            </a:extLst>
          </p:cNvPr>
          <p:cNvSpPr>
            <a:spLocks noGrp="1"/>
          </p:cNvSpPr>
          <p:nvPr>
            <p:ph type="subTitle" idx="1"/>
          </p:nvPr>
        </p:nvSpPr>
        <p:spPr>
          <a:xfrm>
            <a:off x="3644795" y="3908120"/>
            <a:ext cx="8006637" cy="1183101"/>
          </a:xfrm>
        </p:spPr>
        <p:txBody>
          <a:bodyPr>
            <a:normAutofit/>
          </a:bodyPr>
          <a:lstStyle>
            <a:lvl1pPr marL="0" indent="0" algn="l">
              <a:buNone/>
              <a:defRPr sz="2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5" name="Picture 4" descr="Logo, company name&#10;&#10;Description automatically generated">
            <a:extLst>
              <a:ext uri="{FF2B5EF4-FFF2-40B4-BE49-F238E27FC236}">
                <a16:creationId xmlns:a16="http://schemas.microsoft.com/office/drawing/2014/main" id="{AB8C6427-C6A8-8D4C-980B-6A19252C67CC}"/>
              </a:ext>
            </a:extLst>
          </p:cNvPr>
          <p:cNvPicPr>
            <a:picLocks noChangeAspect="1"/>
          </p:cNvPicPr>
          <p:nvPr/>
        </p:nvPicPr>
        <p:blipFill>
          <a:blip r:embed="rId3" r:link="rId4"/>
          <a:stretch>
            <a:fillRect/>
          </a:stretch>
        </p:blipFill>
        <p:spPr>
          <a:xfrm>
            <a:off x="540567" y="701822"/>
            <a:ext cx="2879037" cy="2879037"/>
          </a:xfrm>
          <a:prstGeom prst="rect">
            <a:avLst/>
          </a:prstGeom>
        </p:spPr>
      </p:pic>
      <p:pic>
        <p:nvPicPr>
          <p:cNvPr id="4" name="Picture 3">
            <a:extLst>
              <a:ext uri="{FF2B5EF4-FFF2-40B4-BE49-F238E27FC236}">
                <a16:creationId xmlns:a16="http://schemas.microsoft.com/office/drawing/2014/main" id="{3FCE404B-AD52-214F-D2C6-5C7EE3FAD55A}"/>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6" name="Picture 5" descr="Logo, company name&#10;&#10;Description automatically generated">
            <a:extLst>
              <a:ext uri="{FF2B5EF4-FFF2-40B4-BE49-F238E27FC236}">
                <a16:creationId xmlns:a16="http://schemas.microsoft.com/office/drawing/2014/main" id="{B237670D-BDD5-B0D6-27EB-DB833458B895}"/>
              </a:ext>
            </a:extLst>
          </p:cNvPr>
          <p:cNvPicPr>
            <a:picLocks noChangeAspect="1"/>
          </p:cNvPicPr>
          <p:nvPr userDrawn="1"/>
        </p:nvPicPr>
        <p:blipFill>
          <a:blip r:embed="rId3" r:link="rId4"/>
          <a:stretch>
            <a:fillRect/>
          </a:stretch>
        </p:blipFill>
        <p:spPr>
          <a:xfrm>
            <a:off x="540567" y="701822"/>
            <a:ext cx="2879037" cy="2879037"/>
          </a:xfrm>
          <a:prstGeom prst="rect">
            <a:avLst/>
          </a:prstGeom>
        </p:spPr>
      </p:pic>
    </p:spTree>
    <p:extLst>
      <p:ext uri="{BB962C8B-B14F-4D97-AF65-F5344CB8AC3E}">
        <p14:creationId xmlns:p14="http://schemas.microsoft.com/office/powerpoint/2010/main" val="17698642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8_Title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85B8D44-21D8-864E-9E05-3A5DB5B9F76A}"/>
              </a:ext>
            </a:extLst>
          </p:cNvPr>
          <p:cNvPicPr>
            <a:picLocks noChangeAspect="1"/>
          </p:cNvPicPr>
          <p:nvPr/>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9019D5C-310F-F04C-ADA6-A5C5B6D3486C}"/>
              </a:ext>
            </a:extLst>
          </p:cNvPr>
          <p:cNvSpPr>
            <a:spLocks noGrp="1"/>
          </p:cNvSpPr>
          <p:nvPr>
            <p:ph type="title" hasCustomPrompt="1"/>
          </p:nvPr>
        </p:nvSpPr>
        <p:spPr>
          <a:xfrm>
            <a:off x="3644796" y="1302707"/>
            <a:ext cx="8006637" cy="2362779"/>
          </a:xfrm>
        </p:spPr>
        <p:txBody>
          <a:bodyPr>
            <a:noAutofit/>
          </a:bodyPr>
          <a:lstStyle>
            <a:lvl1pPr>
              <a:defRPr sz="6500" b="1" i="0">
                <a:solidFill>
                  <a:schemeClr val="bg1"/>
                </a:solidFill>
                <a:latin typeface="Muli ExtraBold" panose="02000503040000020004" pitchFamily="2" charset="0"/>
              </a:defRPr>
            </a:lvl1pPr>
          </a:lstStyle>
          <a:p>
            <a:r>
              <a:rPr lang="en-US"/>
              <a:t>Click to edit </a:t>
            </a:r>
            <a:br>
              <a:rPr lang="en-US"/>
            </a:br>
            <a:r>
              <a:rPr lang="en-US"/>
              <a:t>Master title style</a:t>
            </a:r>
          </a:p>
        </p:txBody>
      </p:sp>
      <p:sp>
        <p:nvSpPr>
          <p:cNvPr id="8" name="Subtitle 2">
            <a:extLst>
              <a:ext uri="{FF2B5EF4-FFF2-40B4-BE49-F238E27FC236}">
                <a16:creationId xmlns:a16="http://schemas.microsoft.com/office/drawing/2014/main" id="{C0DA469A-596E-5449-AB81-E9B10A84A235}"/>
              </a:ext>
            </a:extLst>
          </p:cNvPr>
          <p:cNvSpPr>
            <a:spLocks noGrp="1"/>
          </p:cNvSpPr>
          <p:nvPr>
            <p:ph type="subTitle" idx="1"/>
          </p:nvPr>
        </p:nvSpPr>
        <p:spPr>
          <a:xfrm>
            <a:off x="3644795" y="3908120"/>
            <a:ext cx="8006637" cy="1183101"/>
          </a:xfrm>
        </p:spPr>
        <p:txBody>
          <a:bodyPr>
            <a:normAutofit/>
          </a:bodyPr>
          <a:lstStyle>
            <a:lvl1pPr marL="0" indent="0" algn="l">
              <a:buNone/>
              <a:defRPr sz="2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5" name="Picture 4" descr="Logo, company name&#10;&#10;Description automatically generated">
            <a:extLst>
              <a:ext uri="{FF2B5EF4-FFF2-40B4-BE49-F238E27FC236}">
                <a16:creationId xmlns:a16="http://schemas.microsoft.com/office/drawing/2014/main" id="{AB8C6427-C6A8-8D4C-980B-6A19252C67CC}"/>
              </a:ext>
            </a:extLst>
          </p:cNvPr>
          <p:cNvPicPr>
            <a:picLocks noChangeAspect="1"/>
          </p:cNvPicPr>
          <p:nvPr/>
        </p:nvPicPr>
        <p:blipFill>
          <a:blip r:embed="rId3" r:link="rId4"/>
          <a:stretch>
            <a:fillRect/>
          </a:stretch>
        </p:blipFill>
        <p:spPr>
          <a:xfrm>
            <a:off x="540567" y="701822"/>
            <a:ext cx="2879037" cy="2879037"/>
          </a:xfrm>
          <a:prstGeom prst="rect">
            <a:avLst/>
          </a:prstGeom>
        </p:spPr>
      </p:pic>
      <p:pic>
        <p:nvPicPr>
          <p:cNvPr id="3" name="Picture 2">
            <a:extLst>
              <a:ext uri="{FF2B5EF4-FFF2-40B4-BE49-F238E27FC236}">
                <a16:creationId xmlns:a16="http://schemas.microsoft.com/office/drawing/2014/main" id="{9BAC7368-35C3-7243-AC74-2D2E93E3EDE5}"/>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4" name="Picture 3" descr="Logo, company name&#10;&#10;Description automatically generated">
            <a:extLst>
              <a:ext uri="{FF2B5EF4-FFF2-40B4-BE49-F238E27FC236}">
                <a16:creationId xmlns:a16="http://schemas.microsoft.com/office/drawing/2014/main" id="{A833C6E2-DEA6-6AC9-72B2-A601BD77CB44}"/>
              </a:ext>
            </a:extLst>
          </p:cNvPr>
          <p:cNvPicPr>
            <a:picLocks noChangeAspect="1"/>
          </p:cNvPicPr>
          <p:nvPr userDrawn="1"/>
        </p:nvPicPr>
        <p:blipFill>
          <a:blip r:embed="rId3" r:link="rId4"/>
          <a:stretch>
            <a:fillRect/>
          </a:stretch>
        </p:blipFill>
        <p:spPr>
          <a:xfrm>
            <a:off x="540567" y="701822"/>
            <a:ext cx="2879037" cy="2879037"/>
          </a:xfrm>
          <a:prstGeom prst="rect">
            <a:avLst/>
          </a:prstGeom>
        </p:spPr>
      </p:pic>
    </p:spTree>
    <p:extLst>
      <p:ext uri="{BB962C8B-B14F-4D97-AF65-F5344CB8AC3E}">
        <p14:creationId xmlns:p14="http://schemas.microsoft.com/office/powerpoint/2010/main" val="29785136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19D5C-310F-F04C-ADA6-A5C5B6D3486C}"/>
              </a:ext>
            </a:extLst>
          </p:cNvPr>
          <p:cNvSpPr>
            <a:spLocks noGrp="1"/>
          </p:cNvSpPr>
          <p:nvPr>
            <p:ph type="title"/>
          </p:nvPr>
        </p:nvSpPr>
        <p:spPr>
          <a:xfrm>
            <a:off x="995680" y="1513205"/>
            <a:ext cx="10358120" cy="1325563"/>
          </a:xfrm>
        </p:spPr>
        <p:txBody>
          <a:bodyPr/>
          <a:lstStyle>
            <a:lvl1pPr>
              <a:defRPr b="1" i="0">
                <a:latin typeface="Muli ExtraBold" panose="02000503040000020004" pitchFamily="2" charset="0"/>
              </a:defRPr>
            </a:lvl1pPr>
          </a:lstStyle>
          <a:p>
            <a:r>
              <a:rPr lang="en-US"/>
              <a:t>Click to edit Master title style</a:t>
            </a:r>
          </a:p>
        </p:txBody>
      </p:sp>
      <p:sp>
        <p:nvSpPr>
          <p:cNvPr id="3" name="Date Placeholder 2">
            <a:extLst>
              <a:ext uri="{FF2B5EF4-FFF2-40B4-BE49-F238E27FC236}">
                <a16:creationId xmlns:a16="http://schemas.microsoft.com/office/drawing/2014/main" id="{29DCE006-09C5-A745-A64E-AC68B8B8C015}"/>
              </a:ext>
            </a:extLst>
          </p:cNvPr>
          <p:cNvSpPr>
            <a:spLocks noGrp="1"/>
          </p:cNvSpPr>
          <p:nvPr>
            <p:ph type="dt" sz="half" idx="10"/>
          </p:nvPr>
        </p:nvSpPr>
        <p:spPr/>
        <p:txBody>
          <a:bodyPr/>
          <a:lstStyle>
            <a:lvl1pPr>
              <a:defRPr sz="1000" b="0" i="0">
                <a:latin typeface="Muli Light" panose="02000503040000020004" pitchFamily="2" charset="0"/>
              </a:defRPr>
            </a:lvl1pPr>
          </a:lstStyle>
          <a:p>
            <a:fld id="{397D767C-6437-1A40-8FA5-ED355E2D89AB}" type="datetimeFigureOut">
              <a:rPr lang="en-US" smtClean="0"/>
              <a:pPr/>
              <a:t>8/5/26</a:t>
            </a:fld>
            <a:endParaRPr lang="en-US"/>
          </a:p>
        </p:txBody>
      </p:sp>
      <p:sp>
        <p:nvSpPr>
          <p:cNvPr id="4" name="Footer Placeholder 3">
            <a:extLst>
              <a:ext uri="{FF2B5EF4-FFF2-40B4-BE49-F238E27FC236}">
                <a16:creationId xmlns:a16="http://schemas.microsoft.com/office/drawing/2014/main" id="{763B4581-B6A4-1D47-84BA-ECE4D8DA5CEC}"/>
              </a:ext>
            </a:extLst>
          </p:cNvPr>
          <p:cNvSpPr>
            <a:spLocks noGrp="1"/>
          </p:cNvSpPr>
          <p:nvPr>
            <p:ph type="ftr" sz="quarter" idx="11"/>
          </p:nvPr>
        </p:nvSpPr>
        <p:spPr/>
        <p:txBody>
          <a:bodyPr/>
          <a:lstStyle>
            <a:lvl1pPr>
              <a:defRPr sz="1000" b="0" i="0">
                <a:latin typeface="Muli Light" panose="02000503040000020004" pitchFamily="2" charset="0"/>
              </a:defRPr>
            </a:lvl1pPr>
          </a:lstStyle>
          <a:p>
            <a:endParaRPr lang="en-US"/>
          </a:p>
        </p:txBody>
      </p:sp>
      <p:sp>
        <p:nvSpPr>
          <p:cNvPr id="5" name="Slide Number Placeholder 4">
            <a:extLst>
              <a:ext uri="{FF2B5EF4-FFF2-40B4-BE49-F238E27FC236}">
                <a16:creationId xmlns:a16="http://schemas.microsoft.com/office/drawing/2014/main" id="{F0A7E31A-7427-894D-900A-69E07D818776}"/>
              </a:ext>
            </a:extLst>
          </p:cNvPr>
          <p:cNvSpPr>
            <a:spLocks noGrp="1"/>
          </p:cNvSpPr>
          <p:nvPr>
            <p:ph type="sldNum" sz="quarter" idx="12"/>
          </p:nvPr>
        </p:nvSpPr>
        <p:spPr/>
        <p:txBody>
          <a:bodyPr/>
          <a:lstStyle>
            <a:lvl1pPr>
              <a:defRPr sz="1000" b="0" i="0">
                <a:latin typeface="Muli Light" panose="02000503040000020004" pitchFamily="2" charset="0"/>
              </a:defRPr>
            </a:lvl1pPr>
          </a:lstStyle>
          <a:p>
            <a:fld id="{276EBF13-803B-6843-B1B8-EB475E94DD28}" type="slidenum">
              <a:rPr lang="en-US" smtClean="0"/>
              <a:pPr/>
              <a:t>‹#›</a:t>
            </a:fld>
            <a:endParaRPr lang="en-US"/>
          </a:p>
        </p:txBody>
      </p:sp>
      <p:pic>
        <p:nvPicPr>
          <p:cNvPr id="7" name="Picture 6">
            <a:extLst>
              <a:ext uri="{FF2B5EF4-FFF2-40B4-BE49-F238E27FC236}">
                <a16:creationId xmlns:a16="http://schemas.microsoft.com/office/drawing/2014/main" id="{80EE1778-41C3-9C4E-A851-A20B729327D8}"/>
              </a:ext>
            </a:extLst>
          </p:cNvPr>
          <p:cNvPicPr>
            <a:picLocks noChangeAspect="1"/>
          </p:cNvPicPr>
          <p:nvPr/>
        </p:nvPicPr>
        <p:blipFill>
          <a:blip r:embed="rId2"/>
          <a:stretch>
            <a:fillRect/>
          </a:stretch>
        </p:blipFill>
        <p:spPr>
          <a:xfrm>
            <a:off x="0" y="0"/>
            <a:ext cx="12192000" cy="789140"/>
          </a:xfrm>
          <a:prstGeom prst="rect">
            <a:avLst/>
          </a:prstGeom>
        </p:spPr>
      </p:pic>
      <p:pic>
        <p:nvPicPr>
          <p:cNvPr id="6" name="Picture 5">
            <a:extLst>
              <a:ext uri="{FF2B5EF4-FFF2-40B4-BE49-F238E27FC236}">
                <a16:creationId xmlns:a16="http://schemas.microsoft.com/office/drawing/2014/main" id="{6EA2723A-713E-75D3-33E3-644457A6B7AE}"/>
              </a:ext>
            </a:extLst>
          </p:cNvPr>
          <p:cNvPicPr>
            <a:picLocks noChangeAspect="1"/>
          </p:cNvPicPr>
          <p:nvPr userDrawn="1"/>
        </p:nvPicPr>
        <p:blipFill>
          <a:blip r:embed="rId2"/>
          <a:stretch>
            <a:fillRect/>
          </a:stretch>
        </p:blipFill>
        <p:spPr>
          <a:xfrm>
            <a:off x="0" y="0"/>
            <a:ext cx="12192000" cy="789140"/>
          </a:xfrm>
          <a:prstGeom prst="rect">
            <a:avLst/>
          </a:prstGeom>
        </p:spPr>
      </p:pic>
    </p:spTree>
    <p:extLst>
      <p:ext uri="{BB962C8B-B14F-4D97-AF65-F5344CB8AC3E}">
        <p14:creationId xmlns:p14="http://schemas.microsoft.com/office/powerpoint/2010/main" val="33307109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19D5C-310F-F04C-ADA6-A5C5B6D3486C}"/>
              </a:ext>
            </a:extLst>
          </p:cNvPr>
          <p:cNvSpPr>
            <a:spLocks noGrp="1"/>
          </p:cNvSpPr>
          <p:nvPr>
            <p:ph type="title"/>
          </p:nvPr>
        </p:nvSpPr>
        <p:spPr>
          <a:xfrm>
            <a:off x="995680" y="1513205"/>
            <a:ext cx="10358120" cy="1325563"/>
          </a:xfrm>
        </p:spPr>
        <p:txBody>
          <a:bodyPr/>
          <a:lstStyle>
            <a:lvl1pPr>
              <a:defRPr b="1" i="0">
                <a:latin typeface="Muli ExtraBold" panose="02000503040000020004" pitchFamily="2" charset="0"/>
              </a:defRPr>
            </a:lvl1pPr>
          </a:lstStyle>
          <a:p>
            <a:r>
              <a:rPr lang="en-US"/>
              <a:t>Click to edit Master title style</a:t>
            </a:r>
          </a:p>
        </p:txBody>
      </p:sp>
      <p:sp>
        <p:nvSpPr>
          <p:cNvPr id="3" name="Date Placeholder 2">
            <a:extLst>
              <a:ext uri="{FF2B5EF4-FFF2-40B4-BE49-F238E27FC236}">
                <a16:creationId xmlns:a16="http://schemas.microsoft.com/office/drawing/2014/main" id="{29DCE006-09C5-A745-A64E-AC68B8B8C015}"/>
              </a:ext>
            </a:extLst>
          </p:cNvPr>
          <p:cNvSpPr>
            <a:spLocks noGrp="1"/>
          </p:cNvSpPr>
          <p:nvPr>
            <p:ph type="dt" sz="half" idx="10"/>
          </p:nvPr>
        </p:nvSpPr>
        <p:spPr/>
        <p:txBody>
          <a:bodyPr/>
          <a:lstStyle>
            <a:lvl1pPr>
              <a:defRPr sz="1000" b="0" i="0">
                <a:latin typeface="Muli Light" panose="02000503040000020004" pitchFamily="2" charset="0"/>
              </a:defRPr>
            </a:lvl1pPr>
          </a:lstStyle>
          <a:p>
            <a:fld id="{397D767C-6437-1A40-8FA5-ED355E2D89AB}" type="datetimeFigureOut">
              <a:rPr lang="en-US" smtClean="0"/>
              <a:pPr/>
              <a:t>8/5/26</a:t>
            </a:fld>
            <a:endParaRPr lang="en-US"/>
          </a:p>
        </p:txBody>
      </p:sp>
      <p:sp>
        <p:nvSpPr>
          <p:cNvPr id="4" name="Footer Placeholder 3">
            <a:extLst>
              <a:ext uri="{FF2B5EF4-FFF2-40B4-BE49-F238E27FC236}">
                <a16:creationId xmlns:a16="http://schemas.microsoft.com/office/drawing/2014/main" id="{763B4581-B6A4-1D47-84BA-ECE4D8DA5CEC}"/>
              </a:ext>
            </a:extLst>
          </p:cNvPr>
          <p:cNvSpPr>
            <a:spLocks noGrp="1"/>
          </p:cNvSpPr>
          <p:nvPr>
            <p:ph type="ftr" sz="quarter" idx="11"/>
          </p:nvPr>
        </p:nvSpPr>
        <p:spPr/>
        <p:txBody>
          <a:bodyPr/>
          <a:lstStyle>
            <a:lvl1pPr>
              <a:defRPr sz="1000" b="0" i="0">
                <a:latin typeface="Muli Light" panose="02000503040000020004" pitchFamily="2" charset="0"/>
              </a:defRPr>
            </a:lvl1pPr>
          </a:lstStyle>
          <a:p>
            <a:endParaRPr lang="en-US"/>
          </a:p>
        </p:txBody>
      </p:sp>
      <p:sp>
        <p:nvSpPr>
          <p:cNvPr id="5" name="Slide Number Placeholder 4">
            <a:extLst>
              <a:ext uri="{FF2B5EF4-FFF2-40B4-BE49-F238E27FC236}">
                <a16:creationId xmlns:a16="http://schemas.microsoft.com/office/drawing/2014/main" id="{F0A7E31A-7427-894D-900A-69E07D818776}"/>
              </a:ext>
            </a:extLst>
          </p:cNvPr>
          <p:cNvSpPr>
            <a:spLocks noGrp="1"/>
          </p:cNvSpPr>
          <p:nvPr>
            <p:ph type="sldNum" sz="quarter" idx="12"/>
          </p:nvPr>
        </p:nvSpPr>
        <p:spPr/>
        <p:txBody>
          <a:bodyPr/>
          <a:lstStyle>
            <a:lvl1pPr>
              <a:defRPr sz="1000" b="0" i="0">
                <a:latin typeface="Muli Light" panose="02000503040000020004" pitchFamily="2" charset="0"/>
              </a:defRPr>
            </a:lvl1pPr>
          </a:lstStyle>
          <a:p>
            <a:fld id="{276EBF13-803B-6843-B1B8-EB475E94DD28}" type="slidenum">
              <a:rPr lang="en-US" smtClean="0"/>
              <a:pPr/>
              <a:t>‹#›</a:t>
            </a:fld>
            <a:endParaRPr lang="en-US"/>
          </a:p>
        </p:txBody>
      </p:sp>
      <p:pic>
        <p:nvPicPr>
          <p:cNvPr id="7" name="Picture 6">
            <a:extLst>
              <a:ext uri="{FF2B5EF4-FFF2-40B4-BE49-F238E27FC236}">
                <a16:creationId xmlns:a16="http://schemas.microsoft.com/office/drawing/2014/main" id="{AB963C47-5EC1-C547-BEF8-D31688CE0D72}"/>
              </a:ext>
            </a:extLst>
          </p:cNvPr>
          <p:cNvPicPr>
            <a:picLocks noChangeAspect="1"/>
          </p:cNvPicPr>
          <p:nvPr/>
        </p:nvPicPr>
        <p:blipFill>
          <a:blip r:embed="rId2"/>
          <a:stretch>
            <a:fillRect/>
          </a:stretch>
        </p:blipFill>
        <p:spPr>
          <a:xfrm>
            <a:off x="0" y="0"/>
            <a:ext cx="12192000" cy="789140"/>
          </a:xfrm>
          <a:prstGeom prst="rect">
            <a:avLst/>
          </a:prstGeom>
        </p:spPr>
      </p:pic>
      <p:pic>
        <p:nvPicPr>
          <p:cNvPr id="6" name="Picture 5">
            <a:extLst>
              <a:ext uri="{FF2B5EF4-FFF2-40B4-BE49-F238E27FC236}">
                <a16:creationId xmlns:a16="http://schemas.microsoft.com/office/drawing/2014/main" id="{D5CAEB0B-9853-B5E8-3DE1-DA7FD6C7A494}"/>
              </a:ext>
            </a:extLst>
          </p:cNvPr>
          <p:cNvPicPr>
            <a:picLocks noChangeAspect="1"/>
          </p:cNvPicPr>
          <p:nvPr userDrawn="1"/>
        </p:nvPicPr>
        <p:blipFill>
          <a:blip r:embed="rId2"/>
          <a:stretch>
            <a:fillRect/>
          </a:stretch>
        </p:blipFill>
        <p:spPr>
          <a:xfrm>
            <a:off x="0" y="0"/>
            <a:ext cx="12192000" cy="789140"/>
          </a:xfrm>
          <a:prstGeom prst="rect">
            <a:avLst/>
          </a:prstGeom>
        </p:spPr>
      </p:pic>
    </p:spTree>
    <p:extLst>
      <p:ext uri="{BB962C8B-B14F-4D97-AF65-F5344CB8AC3E}">
        <p14:creationId xmlns:p14="http://schemas.microsoft.com/office/powerpoint/2010/main" val="6017412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19D5C-310F-F04C-ADA6-A5C5B6D3486C}"/>
              </a:ext>
            </a:extLst>
          </p:cNvPr>
          <p:cNvSpPr>
            <a:spLocks noGrp="1"/>
          </p:cNvSpPr>
          <p:nvPr>
            <p:ph type="title"/>
          </p:nvPr>
        </p:nvSpPr>
        <p:spPr>
          <a:xfrm>
            <a:off x="1966586" y="686487"/>
            <a:ext cx="9065591" cy="1325563"/>
          </a:xfrm>
        </p:spPr>
        <p:txBody>
          <a:bodyPr/>
          <a:lstStyle>
            <a:lvl1pPr>
              <a:defRPr b="1" i="0">
                <a:latin typeface="Muli ExtraBold" panose="02000503040000020004" pitchFamily="2" charset="0"/>
              </a:defRPr>
            </a:lvl1pPr>
          </a:lstStyle>
          <a:p>
            <a:r>
              <a:rPr lang="en-US"/>
              <a:t>Click to edit Master title style</a:t>
            </a:r>
          </a:p>
        </p:txBody>
      </p:sp>
      <p:sp>
        <p:nvSpPr>
          <p:cNvPr id="4" name="Footer Placeholder 3">
            <a:extLst>
              <a:ext uri="{FF2B5EF4-FFF2-40B4-BE49-F238E27FC236}">
                <a16:creationId xmlns:a16="http://schemas.microsoft.com/office/drawing/2014/main" id="{763B4581-B6A4-1D47-84BA-ECE4D8DA5CEC}"/>
              </a:ext>
            </a:extLst>
          </p:cNvPr>
          <p:cNvSpPr>
            <a:spLocks noGrp="1"/>
          </p:cNvSpPr>
          <p:nvPr>
            <p:ph type="ftr" sz="quarter" idx="11"/>
          </p:nvPr>
        </p:nvSpPr>
        <p:spPr/>
        <p:txBody>
          <a:bodyPr/>
          <a:lstStyle>
            <a:lvl1pPr>
              <a:defRPr sz="1000" b="0" i="0">
                <a:latin typeface="Muli Light" panose="02000503040000020004" pitchFamily="2" charset="0"/>
              </a:defRPr>
            </a:lvl1pPr>
          </a:lstStyle>
          <a:p>
            <a:endParaRPr lang="en-US"/>
          </a:p>
        </p:txBody>
      </p:sp>
      <p:sp>
        <p:nvSpPr>
          <p:cNvPr id="5" name="Slide Number Placeholder 4">
            <a:extLst>
              <a:ext uri="{FF2B5EF4-FFF2-40B4-BE49-F238E27FC236}">
                <a16:creationId xmlns:a16="http://schemas.microsoft.com/office/drawing/2014/main" id="{F0A7E31A-7427-894D-900A-69E07D818776}"/>
              </a:ext>
            </a:extLst>
          </p:cNvPr>
          <p:cNvSpPr>
            <a:spLocks noGrp="1"/>
          </p:cNvSpPr>
          <p:nvPr>
            <p:ph type="sldNum" sz="quarter" idx="12"/>
          </p:nvPr>
        </p:nvSpPr>
        <p:spPr/>
        <p:txBody>
          <a:bodyPr/>
          <a:lstStyle>
            <a:lvl1pPr>
              <a:defRPr sz="1000" b="0" i="0">
                <a:latin typeface="Muli Light" panose="02000503040000020004" pitchFamily="2" charset="0"/>
              </a:defRPr>
            </a:lvl1pPr>
          </a:lstStyle>
          <a:p>
            <a:fld id="{276EBF13-803B-6843-B1B8-EB475E94DD28}" type="slidenum">
              <a:rPr lang="en-US" smtClean="0"/>
              <a:pPr/>
              <a:t>‹#›</a:t>
            </a:fld>
            <a:endParaRPr lang="en-US"/>
          </a:p>
        </p:txBody>
      </p:sp>
      <p:pic>
        <p:nvPicPr>
          <p:cNvPr id="6" name="Picture 5">
            <a:extLst>
              <a:ext uri="{FF2B5EF4-FFF2-40B4-BE49-F238E27FC236}">
                <a16:creationId xmlns:a16="http://schemas.microsoft.com/office/drawing/2014/main" id="{13763532-D5B0-3C4A-9DB4-1CDA14EBCBD1}"/>
              </a:ext>
            </a:extLst>
          </p:cNvPr>
          <p:cNvPicPr>
            <a:picLocks noChangeAspect="1"/>
          </p:cNvPicPr>
          <p:nvPr/>
        </p:nvPicPr>
        <p:blipFill>
          <a:blip r:embed="rId2"/>
          <a:stretch>
            <a:fillRect/>
          </a:stretch>
        </p:blipFill>
        <p:spPr>
          <a:xfrm>
            <a:off x="0" y="0"/>
            <a:ext cx="1282700" cy="6858000"/>
          </a:xfrm>
          <a:prstGeom prst="rect">
            <a:avLst/>
          </a:prstGeom>
        </p:spPr>
      </p:pic>
      <p:sp>
        <p:nvSpPr>
          <p:cNvPr id="8" name="Content Placeholder 2">
            <a:extLst>
              <a:ext uri="{FF2B5EF4-FFF2-40B4-BE49-F238E27FC236}">
                <a16:creationId xmlns:a16="http://schemas.microsoft.com/office/drawing/2014/main" id="{387F516D-D9EF-DA40-BBD2-D5EC2B4435EF}"/>
              </a:ext>
            </a:extLst>
          </p:cNvPr>
          <p:cNvSpPr>
            <a:spLocks noGrp="1"/>
          </p:cNvSpPr>
          <p:nvPr>
            <p:ph idx="1"/>
          </p:nvPr>
        </p:nvSpPr>
        <p:spPr>
          <a:xfrm>
            <a:off x="1966586" y="2292263"/>
            <a:ext cx="9065591" cy="3884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descr="Icon&#10;&#10;Description automatically generated">
            <a:extLst>
              <a:ext uri="{FF2B5EF4-FFF2-40B4-BE49-F238E27FC236}">
                <a16:creationId xmlns:a16="http://schemas.microsoft.com/office/drawing/2014/main" id="{1FFBD1F4-E9C8-8242-9F45-55984B1199D8}"/>
              </a:ext>
            </a:extLst>
          </p:cNvPr>
          <p:cNvPicPr>
            <a:picLocks noChangeAspect="1"/>
          </p:cNvPicPr>
          <p:nvPr/>
        </p:nvPicPr>
        <p:blipFill>
          <a:blip r:embed="rId3" r:link="rId4"/>
          <a:stretch>
            <a:fillRect/>
          </a:stretch>
        </p:blipFill>
        <p:spPr>
          <a:xfrm>
            <a:off x="11237194" y="431944"/>
            <a:ext cx="634043" cy="634043"/>
          </a:xfrm>
          <a:prstGeom prst="rect">
            <a:avLst/>
          </a:prstGeom>
        </p:spPr>
      </p:pic>
      <p:pic>
        <p:nvPicPr>
          <p:cNvPr id="3" name="Picture 2">
            <a:extLst>
              <a:ext uri="{FF2B5EF4-FFF2-40B4-BE49-F238E27FC236}">
                <a16:creationId xmlns:a16="http://schemas.microsoft.com/office/drawing/2014/main" id="{F0755BA7-7860-AD79-1EFD-A790AD67E263}"/>
              </a:ext>
            </a:extLst>
          </p:cNvPr>
          <p:cNvPicPr>
            <a:picLocks noChangeAspect="1"/>
          </p:cNvPicPr>
          <p:nvPr userDrawn="1"/>
        </p:nvPicPr>
        <p:blipFill>
          <a:blip r:embed="rId2"/>
          <a:stretch>
            <a:fillRect/>
          </a:stretch>
        </p:blipFill>
        <p:spPr>
          <a:xfrm>
            <a:off x="0" y="0"/>
            <a:ext cx="1282700" cy="6858000"/>
          </a:xfrm>
          <a:prstGeom prst="rect">
            <a:avLst/>
          </a:prstGeom>
        </p:spPr>
      </p:pic>
      <p:pic>
        <p:nvPicPr>
          <p:cNvPr id="7" name="Picture 6" descr="Icon&#10;&#10;Description automatically generated">
            <a:extLst>
              <a:ext uri="{FF2B5EF4-FFF2-40B4-BE49-F238E27FC236}">
                <a16:creationId xmlns:a16="http://schemas.microsoft.com/office/drawing/2014/main" id="{707A302E-9090-E98A-B35D-0087ACD2C1A8}"/>
              </a:ext>
            </a:extLst>
          </p:cNvPr>
          <p:cNvPicPr>
            <a:picLocks noChangeAspect="1"/>
          </p:cNvPicPr>
          <p:nvPr userDrawn="1"/>
        </p:nvPicPr>
        <p:blipFill>
          <a:blip r:embed="rId3" r:link="rId4"/>
          <a:stretch>
            <a:fillRect/>
          </a:stretch>
        </p:blipFill>
        <p:spPr>
          <a:xfrm>
            <a:off x="11237194" y="431944"/>
            <a:ext cx="634043" cy="634043"/>
          </a:xfrm>
          <a:prstGeom prst="rect">
            <a:avLst/>
          </a:prstGeom>
        </p:spPr>
      </p:pic>
    </p:spTree>
    <p:extLst>
      <p:ext uri="{BB962C8B-B14F-4D97-AF65-F5344CB8AC3E}">
        <p14:creationId xmlns:p14="http://schemas.microsoft.com/office/powerpoint/2010/main" val="2566461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3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19D5C-310F-F04C-ADA6-A5C5B6D3486C}"/>
              </a:ext>
            </a:extLst>
          </p:cNvPr>
          <p:cNvSpPr>
            <a:spLocks noGrp="1"/>
          </p:cNvSpPr>
          <p:nvPr>
            <p:ph type="title"/>
          </p:nvPr>
        </p:nvSpPr>
        <p:spPr>
          <a:xfrm>
            <a:off x="1966586" y="686487"/>
            <a:ext cx="8931058" cy="1325563"/>
          </a:xfrm>
        </p:spPr>
        <p:txBody>
          <a:bodyPr/>
          <a:lstStyle>
            <a:lvl1pPr>
              <a:defRPr b="1" i="0">
                <a:latin typeface="Muli ExtraBold" panose="02000503040000020004" pitchFamily="2" charset="0"/>
              </a:defRPr>
            </a:lvl1pPr>
          </a:lstStyle>
          <a:p>
            <a:r>
              <a:rPr lang="en-US"/>
              <a:t>Click to edit Master title style</a:t>
            </a:r>
          </a:p>
        </p:txBody>
      </p:sp>
      <p:sp>
        <p:nvSpPr>
          <p:cNvPr id="4" name="Footer Placeholder 3">
            <a:extLst>
              <a:ext uri="{FF2B5EF4-FFF2-40B4-BE49-F238E27FC236}">
                <a16:creationId xmlns:a16="http://schemas.microsoft.com/office/drawing/2014/main" id="{763B4581-B6A4-1D47-84BA-ECE4D8DA5CEC}"/>
              </a:ext>
            </a:extLst>
          </p:cNvPr>
          <p:cNvSpPr>
            <a:spLocks noGrp="1"/>
          </p:cNvSpPr>
          <p:nvPr>
            <p:ph type="ftr" sz="quarter" idx="11"/>
          </p:nvPr>
        </p:nvSpPr>
        <p:spPr/>
        <p:txBody>
          <a:bodyPr/>
          <a:lstStyle>
            <a:lvl1pPr>
              <a:defRPr sz="1000" b="0" i="0">
                <a:latin typeface="Muli Light" panose="02000503040000020004" pitchFamily="2" charset="0"/>
              </a:defRPr>
            </a:lvl1pPr>
          </a:lstStyle>
          <a:p>
            <a:endParaRPr lang="en-US"/>
          </a:p>
        </p:txBody>
      </p:sp>
      <p:sp>
        <p:nvSpPr>
          <p:cNvPr id="5" name="Slide Number Placeholder 4">
            <a:extLst>
              <a:ext uri="{FF2B5EF4-FFF2-40B4-BE49-F238E27FC236}">
                <a16:creationId xmlns:a16="http://schemas.microsoft.com/office/drawing/2014/main" id="{F0A7E31A-7427-894D-900A-69E07D818776}"/>
              </a:ext>
            </a:extLst>
          </p:cNvPr>
          <p:cNvSpPr>
            <a:spLocks noGrp="1"/>
          </p:cNvSpPr>
          <p:nvPr>
            <p:ph type="sldNum" sz="quarter" idx="12"/>
          </p:nvPr>
        </p:nvSpPr>
        <p:spPr/>
        <p:txBody>
          <a:bodyPr/>
          <a:lstStyle>
            <a:lvl1pPr>
              <a:defRPr sz="1000" b="0" i="0">
                <a:latin typeface="Muli Light" panose="02000503040000020004" pitchFamily="2" charset="0"/>
              </a:defRPr>
            </a:lvl1pPr>
          </a:lstStyle>
          <a:p>
            <a:fld id="{276EBF13-803B-6843-B1B8-EB475E94DD28}" type="slidenum">
              <a:rPr lang="en-US" smtClean="0"/>
              <a:pPr/>
              <a:t>‹#›</a:t>
            </a:fld>
            <a:endParaRPr lang="en-US"/>
          </a:p>
        </p:txBody>
      </p:sp>
      <p:sp>
        <p:nvSpPr>
          <p:cNvPr id="8" name="Content Placeholder 2">
            <a:extLst>
              <a:ext uri="{FF2B5EF4-FFF2-40B4-BE49-F238E27FC236}">
                <a16:creationId xmlns:a16="http://schemas.microsoft.com/office/drawing/2014/main" id="{387F516D-D9EF-DA40-BBD2-D5EC2B4435EF}"/>
              </a:ext>
            </a:extLst>
          </p:cNvPr>
          <p:cNvSpPr>
            <a:spLocks noGrp="1"/>
          </p:cNvSpPr>
          <p:nvPr>
            <p:ph idx="1"/>
          </p:nvPr>
        </p:nvSpPr>
        <p:spPr>
          <a:xfrm>
            <a:off x="1966586" y="2292263"/>
            <a:ext cx="8931058" cy="3884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a:extLst>
              <a:ext uri="{FF2B5EF4-FFF2-40B4-BE49-F238E27FC236}">
                <a16:creationId xmlns:a16="http://schemas.microsoft.com/office/drawing/2014/main" id="{4143EBF8-B3AE-9343-A59A-D7B310DE424B}"/>
              </a:ext>
            </a:extLst>
          </p:cNvPr>
          <p:cNvPicPr>
            <a:picLocks noChangeAspect="1"/>
          </p:cNvPicPr>
          <p:nvPr/>
        </p:nvPicPr>
        <p:blipFill>
          <a:blip r:embed="rId2"/>
          <a:stretch>
            <a:fillRect/>
          </a:stretch>
        </p:blipFill>
        <p:spPr>
          <a:xfrm>
            <a:off x="0" y="0"/>
            <a:ext cx="1282700" cy="6858000"/>
          </a:xfrm>
          <a:prstGeom prst="rect">
            <a:avLst/>
          </a:prstGeom>
        </p:spPr>
      </p:pic>
      <p:pic>
        <p:nvPicPr>
          <p:cNvPr id="9" name="Picture 8" descr="Icon&#10;&#10;Description automatically generated">
            <a:extLst>
              <a:ext uri="{FF2B5EF4-FFF2-40B4-BE49-F238E27FC236}">
                <a16:creationId xmlns:a16="http://schemas.microsoft.com/office/drawing/2014/main" id="{1FB037C5-C1BB-A949-8080-D55C4BF52DB1}"/>
              </a:ext>
            </a:extLst>
          </p:cNvPr>
          <p:cNvPicPr>
            <a:picLocks noChangeAspect="1"/>
          </p:cNvPicPr>
          <p:nvPr/>
        </p:nvPicPr>
        <p:blipFill>
          <a:blip r:embed="rId3" r:link="rId4"/>
          <a:stretch>
            <a:fillRect/>
          </a:stretch>
        </p:blipFill>
        <p:spPr>
          <a:xfrm>
            <a:off x="11237194" y="431944"/>
            <a:ext cx="634043" cy="634043"/>
          </a:xfrm>
          <a:prstGeom prst="rect">
            <a:avLst/>
          </a:prstGeom>
        </p:spPr>
      </p:pic>
      <p:pic>
        <p:nvPicPr>
          <p:cNvPr id="6" name="Picture 5">
            <a:extLst>
              <a:ext uri="{FF2B5EF4-FFF2-40B4-BE49-F238E27FC236}">
                <a16:creationId xmlns:a16="http://schemas.microsoft.com/office/drawing/2014/main" id="{DA7A1781-15A9-F313-45FD-BAE9C5C2FC44}"/>
              </a:ext>
            </a:extLst>
          </p:cNvPr>
          <p:cNvPicPr>
            <a:picLocks noChangeAspect="1"/>
          </p:cNvPicPr>
          <p:nvPr userDrawn="1"/>
        </p:nvPicPr>
        <p:blipFill>
          <a:blip r:embed="rId2"/>
          <a:stretch>
            <a:fillRect/>
          </a:stretch>
        </p:blipFill>
        <p:spPr>
          <a:xfrm>
            <a:off x="0" y="0"/>
            <a:ext cx="1282700" cy="6858000"/>
          </a:xfrm>
          <a:prstGeom prst="rect">
            <a:avLst/>
          </a:prstGeom>
        </p:spPr>
      </p:pic>
      <p:pic>
        <p:nvPicPr>
          <p:cNvPr id="7" name="Picture 6" descr="Icon&#10;&#10;Description automatically generated">
            <a:extLst>
              <a:ext uri="{FF2B5EF4-FFF2-40B4-BE49-F238E27FC236}">
                <a16:creationId xmlns:a16="http://schemas.microsoft.com/office/drawing/2014/main" id="{49A73B75-4FE7-96B3-C85C-10989E22E642}"/>
              </a:ext>
            </a:extLst>
          </p:cNvPr>
          <p:cNvPicPr>
            <a:picLocks noChangeAspect="1"/>
          </p:cNvPicPr>
          <p:nvPr userDrawn="1"/>
        </p:nvPicPr>
        <p:blipFill>
          <a:blip r:embed="rId3" r:link="rId4"/>
          <a:stretch>
            <a:fillRect/>
          </a:stretch>
        </p:blipFill>
        <p:spPr>
          <a:xfrm>
            <a:off x="11237194" y="431944"/>
            <a:ext cx="634043" cy="634043"/>
          </a:xfrm>
          <a:prstGeom prst="rect">
            <a:avLst/>
          </a:prstGeom>
        </p:spPr>
      </p:pic>
    </p:spTree>
    <p:extLst>
      <p:ext uri="{BB962C8B-B14F-4D97-AF65-F5344CB8AC3E}">
        <p14:creationId xmlns:p14="http://schemas.microsoft.com/office/powerpoint/2010/main" val="17882857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9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19D5C-310F-F04C-ADA6-A5C5B6D3486C}"/>
              </a:ext>
            </a:extLst>
          </p:cNvPr>
          <p:cNvSpPr>
            <a:spLocks noGrp="1"/>
          </p:cNvSpPr>
          <p:nvPr>
            <p:ph type="title"/>
          </p:nvPr>
        </p:nvSpPr>
        <p:spPr>
          <a:xfrm>
            <a:off x="1016560" y="686487"/>
            <a:ext cx="7854308" cy="1325563"/>
          </a:xfrm>
        </p:spPr>
        <p:txBody>
          <a:bodyPr/>
          <a:lstStyle>
            <a:lvl1pPr>
              <a:defRPr b="1" i="0">
                <a:latin typeface="Muli ExtraBold" panose="02000503040000020004" pitchFamily="2" charset="0"/>
              </a:defRPr>
            </a:lvl1pPr>
          </a:lstStyle>
          <a:p>
            <a:r>
              <a:rPr lang="en-US"/>
              <a:t>Click to edit Master title style</a:t>
            </a:r>
          </a:p>
        </p:txBody>
      </p:sp>
      <p:pic>
        <p:nvPicPr>
          <p:cNvPr id="6" name="Picture 5">
            <a:extLst>
              <a:ext uri="{FF2B5EF4-FFF2-40B4-BE49-F238E27FC236}">
                <a16:creationId xmlns:a16="http://schemas.microsoft.com/office/drawing/2014/main" id="{13763532-D5B0-3C4A-9DB4-1CDA14EBCBD1}"/>
              </a:ext>
            </a:extLst>
          </p:cNvPr>
          <p:cNvPicPr>
            <a:picLocks noChangeAspect="1"/>
          </p:cNvPicPr>
          <p:nvPr/>
        </p:nvPicPr>
        <p:blipFill>
          <a:blip r:embed="rId2"/>
          <a:stretch>
            <a:fillRect/>
          </a:stretch>
        </p:blipFill>
        <p:spPr>
          <a:xfrm>
            <a:off x="9357756" y="0"/>
            <a:ext cx="2834244" cy="6858000"/>
          </a:xfrm>
          <a:prstGeom prst="rect">
            <a:avLst/>
          </a:prstGeom>
        </p:spPr>
      </p:pic>
      <p:sp>
        <p:nvSpPr>
          <p:cNvPr id="8" name="Content Placeholder 2">
            <a:extLst>
              <a:ext uri="{FF2B5EF4-FFF2-40B4-BE49-F238E27FC236}">
                <a16:creationId xmlns:a16="http://schemas.microsoft.com/office/drawing/2014/main" id="{387F516D-D9EF-DA40-BBD2-D5EC2B4435EF}"/>
              </a:ext>
            </a:extLst>
          </p:cNvPr>
          <p:cNvSpPr>
            <a:spLocks noGrp="1"/>
          </p:cNvSpPr>
          <p:nvPr>
            <p:ph idx="1"/>
          </p:nvPr>
        </p:nvSpPr>
        <p:spPr>
          <a:xfrm>
            <a:off x="1016560" y="2292263"/>
            <a:ext cx="7854308" cy="3884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a:extLst>
              <a:ext uri="{FF2B5EF4-FFF2-40B4-BE49-F238E27FC236}">
                <a16:creationId xmlns:a16="http://schemas.microsoft.com/office/drawing/2014/main" id="{3AFB94F6-F503-111A-0C3D-AE8F97E4D7B6}"/>
              </a:ext>
            </a:extLst>
          </p:cNvPr>
          <p:cNvPicPr>
            <a:picLocks noChangeAspect="1"/>
          </p:cNvPicPr>
          <p:nvPr userDrawn="1"/>
        </p:nvPicPr>
        <p:blipFill>
          <a:blip r:embed="rId2"/>
          <a:stretch>
            <a:fillRect/>
          </a:stretch>
        </p:blipFill>
        <p:spPr>
          <a:xfrm>
            <a:off x="9357756" y="0"/>
            <a:ext cx="2834244" cy="6858000"/>
          </a:xfrm>
          <a:prstGeom prst="rect">
            <a:avLst/>
          </a:prstGeom>
        </p:spPr>
      </p:pic>
    </p:spTree>
    <p:extLst>
      <p:ext uri="{BB962C8B-B14F-4D97-AF65-F5344CB8AC3E}">
        <p14:creationId xmlns:p14="http://schemas.microsoft.com/office/powerpoint/2010/main" val="33182193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10_Title Only">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CC4D1FF-2127-6546-A25F-69C1617DC397}"/>
              </a:ext>
            </a:extLst>
          </p:cNvPr>
          <p:cNvPicPr>
            <a:picLocks noChangeAspect="1"/>
          </p:cNvPicPr>
          <p:nvPr/>
        </p:nvPicPr>
        <p:blipFill>
          <a:blip r:embed="rId2"/>
          <a:stretch>
            <a:fillRect/>
          </a:stretch>
        </p:blipFill>
        <p:spPr>
          <a:xfrm>
            <a:off x="9357756" y="0"/>
            <a:ext cx="2834244" cy="6858000"/>
          </a:xfrm>
          <a:prstGeom prst="rect">
            <a:avLst/>
          </a:prstGeom>
        </p:spPr>
      </p:pic>
      <p:sp>
        <p:nvSpPr>
          <p:cNvPr id="2" name="Title 1">
            <a:extLst>
              <a:ext uri="{FF2B5EF4-FFF2-40B4-BE49-F238E27FC236}">
                <a16:creationId xmlns:a16="http://schemas.microsoft.com/office/drawing/2014/main" id="{B9019D5C-310F-F04C-ADA6-A5C5B6D3486C}"/>
              </a:ext>
            </a:extLst>
          </p:cNvPr>
          <p:cNvSpPr>
            <a:spLocks noGrp="1"/>
          </p:cNvSpPr>
          <p:nvPr>
            <p:ph type="title"/>
          </p:nvPr>
        </p:nvSpPr>
        <p:spPr>
          <a:xfrm>
            <a:off x="1016560" y="686487"/>
            <a:ext cx="7854308" cy="1325563"/>
          </a:xfrm>
        </p:spPr>
        <p:txBody>
          <a:bodyPr/>
          <a:lstStyle>
            <a:lvl1pPr>
              <a:defRPr b="1" i="0">
                <a:latin typeface="Muli ExtraBold" panose="02000503040000020004" pitchFamily="2" charset="0"/>
              </a:defRPr>
            </a:lvl1pPr>
          </a:lstStyle>
          <a:p>
            <a:r>
              <a:rPr lang="en-US"/>
              <a:t>Click to edit Master title style</a:t>
            </a:r>
          </a:p>
        </p:txBody>
      </p:sp>
      <p:sp>
        <p:nvSpPr>
          <p:cNvPr id="8" name="Content Placeholder 2">
            <a:extLst>
              <a:ext uri="{FF2B5EF4-FFF2-40B4-BE49-F238E27FC236}">
                <a16:creationId xmlns:a16="http://schemas.microsoft.com/office/drawing/2014/main" id="{387F516D-D9EF-DA40-BBD2-D5EC2B4435EF}"/>
              </a:ext>
            </a:extLst>
          </p:cNvPr>
          <p:cNvSpPr>
            <a:spLocks noGrp="1"/>
          </p:cNvSpPr>
          <p:nvPr>
            <p:ph idx="1"/>
          </p:nvPr>
        </p:nvSpPr>
        <p:spPr>
          <a:xfrm>
            <a:off x="1016560" y="2292263"/>
            <a:ext cx="7854308" cy="3884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a:extLst>
              <a:ext uri="{FF2B5EF4-FFF2-40B4-BE49-F238E27FC236}">
                <a16:creationId xmlns:a16="http://schemas.microsoft.com/office/drawing/2014/main" id="{968F7A19-8511-F2E2-6FE0-99573259C36A}"/>
              </a:ext>
            </a:extLst>
          </p:cNvPr>
          <p:cNvPicPr>
            <a:picLocks noChangeAspect="1"/>
          </p:cNvPicPr>
          <p:nvPr userDrawn="1"/>
        </p:nvPicPr>
        <p:blipFill>
          <a:blip r:embed="rId2"/>
          <a:stretch>
            <a:fillRect/>
          </a:stretch>
        </p:blipFill>
        <p:spPr>
          <a:xfrm>
            <a:off x="9357756" y="0"/>
            <a:ext cx="2834244" cy="6858000"/>
          </a:xfrm>
          <a:prstGeom prst="rect">
            <a:avLst/>
          </a:prstGeom>
        </p:spPr>
      </p:pic>
    </p:spTree>
    <p:extLst>
      <p:ext uri="{BB962C8B-B14F-4D97-AF65-F5344CB8AC3E}">
        <p14:creationId xmlns:p14="http://schemas.microsoft.com/office/powerpoint/2010/main" val="15019058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4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19D5C-310F-F04C-ADA6-A5C5B6D3486C}"/>
              </a:ext>
            </a:extLst>
          </p:cNvPr>
          <p:cNvSpPr>
            <a:spLocks noGrp="1"/>
          </p:cNvSpPr>
          <p:nvPr>
            <p:ph type="title"/>
          </p:nvPr>
        </p:nvSpPr>
        <p:spPr>
          <a:xfrm>
            <a:off x="1027134" y="686487"/>
            <a:ext cx="9870510" cy="1325563"/>
          </a:xfrm>
        </p:spPr>
        <p:txBody>
          <a:bodyPr/>
          <a:lstStyle>
            <a:lvl1pPr>
              <a:defRPr b="1" i="0">
                <a:latin typeface="Muli ExtraBold" panose="02000503040000020004" pitchFamily="2" charset="0"/>
              </a:defRPr>
            </a:lvl1pPr>
          </a:lstStyle>
          <a:p>
            <a:r>
              <a:rPr lang="en-US"/>
              <a:t>Click to edit Master title style</a:t>
            </a:r>
          </a:p>
        </p:txBody>
      </p:sp>
      <p:sp>
        <p:nvSpPr>
          <p:cNvPr id="4" name="Footer Placeholder 3">
            <a:extLst>
              <a:ext uri="{FF2B5EF4-FFF2-40B4-BE49-F238E27FC236}">
                <a16:creationId xmlns:a16="http://schemas.microsoft.com/office/drawing/2014/main" id="{763B4581-B6A4-1D47-84BA-ECE4D8DA5CEC}"/>
              </a:ext>
            </a:extLst>
          </p:cNvPr>
          <p:cNvSpPr>
            <a:spLocks noGrp="1"/>
          </p:cNvSpPr>
          <p:nvPr>
            <p:ph type="ftr" sz="quarter" idx="11"/>
          </p:nvPr>
        </p:nvSpPr>
        <p:spPr/>
        <p:txBody>
          <a:bodyPr/>
          <a:lstStyle>
            <a:lvl1pPr>
              <a:defRPr sz="1000" b="0" i="0">
                <a:latin typeface="Muli Light" panose="02000503040000020004" pitchFamily="2" charset="0"/>
              </a:defRPr>
            </a:lvl1pPr>
          </a:lstStyle>
          <a:p>
            <a:endParaRPr lang="en-US"/>
          </a:p>
        </p:txBody>
      </p:sp>
      <p:sp>
        <p:nvSpPr>
          <p:cNvPr id="5" name="Slide Number Placeholder 4">
            <a:extLst>
              <a:ext uri="{FF2B5EF4-FFF2-40B4-BE49-F238E27FC236}">
                <a16:creationId xmlns:a16="http://schemas.microsoft.com/office/drawing/2014/main" id="{F0A7E31A-7427-894D-900A-69E07D818776}"/>
              </a:ext>
            </a:extLst>
          </p:cNvPr>
          <p:cNvSpPr>
            <a:spLocks noGrp="1"/>
          </p:cNvSpPr>
          <p:nvPr>
            <p:ph type="sldNum" sz="quarter" idx="12"/>
          </p:nvPr>
        </p:nvSpPr>
        <p:spPr/>
        <p:txBody>
          <a:bodyPr/>
          <a:lstStyle>
            <a:lvl1pPr>
              <a:defRPr sz="1000" b="0" i="0">
                <a:latin typeface="Muli Light" panose="02000503040000020004" pitchFamily="2" charset="0"/>
              </a:defRPr>
            </a:lvl1pPr>
          </a:lstStyle>
          <a:p>
            <a:fld id="{276EBF13-803B-6843-B1B8-EB475E94DD28}" type="slidenum">
              <a:rPr lang="en-US" smtClean="0"/>
              <a:pPr/>
              <a:t>‹#›</a:t>
            </a:fld>
            <a:endParaRPr lang="en-US"/>
          </a:p>
        </p:txBody>
      </p:sp>
      <p:sp>
        <p:nvSpPr>
          <p:cNvPr id="8" name="Content Placeholder 2">
            <a:extLst>
              <a:ext uri="{FF2B5EF4-FFF2-40B4-BE49-F238E27FC236}">
                <a16:creationId xmlns:a16="http://schemas.microsoft.com/office/drawing/2014/main" id="{387F516D-D9EF-DA40-BBD2-D5EC2B4435EF}"/>
              </a:ext>
            </a:extLst>
          </p:cNvPr>
          <p:cNvSpPr>
            <a:spLocks noGrp="1"/>
          </p:cNvSpPr>
          <p:nvPr>
            <p:ph idx="1"/>
          </p:nvPr>
        </p:nvSpPr>
        <p:spPr>
          <a:xfrm>
            <a:off x="1027134" y="2292263"/>
            <a:ext cx="9870510" cy="3884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descr="Icon&#10;&#10;Description automatically generated">
            <a:extLst>
              <a:ext uri="{FF2B5EF4-FFF2-40B4-BE49-F238E27FC236}">
                <a16:creationId xmlns:a16="http://schemas.microsoft.com/office/drawing/2014/main" id="{1FB037C5-C1BB-A949-8080-D55C4BF52DB1}"/>
              </a:ext>
            </a:extLst>
          </p:cNvPr>
          <p:cNvPicPr>
            <a:picLocks noChangeAspect="1"/>
          </p:cNvPicPr>
          <p:nvPr/>
        </p:nvPicPr>
        <p:blipFill>
          <a:blip r:embed="rId2" r:link="rId3"/>
          <a:stretch>
            <a:fillRect/>
          </a:stretch>
        </p:blipFill>
        <p:spPr>
          <a:xfrm>
            <a:off x="11237194" y="431944"/>
            <a:ext cx="634043" cy="634043"/>
          </a:xfrm>
          <a:prstGeom prst="rect">
            <a:avLst/>
          </a:prstGeom>
        </p:spPr>
      </p:pic>
      <p:pic>
        <p:nvPicPr>
          <p:cNvPr id="6" name="Picture 5">
            <a:extLst>
              <a:ext uri="{FF2B5EF4-FFF2-40B4-BE49-F238E27FC236}">
                <a16:creationId xmlns:a16="http://schemas.microsoft.com/office/drawing/2014/main" id="{AB382D6F-B08D-9148-8B29-BA8B5723F3DD}"/>
              </a:ext>
            </a:extLst>
          </p:cNvPr>
          <p:cNvPicPr>
            <a:picLocks noChangeAspect="1"/>
          </p:cNvPicPr>
          <p:nvPr/>
        </p:nvPicPr>
        <p:blipFill>
          <a:blip r:embed="rId4"/>
          <a:stretch>
            <a:fillRect/>
          </a:stretch>
        </p:blipFill>
        <p:spPr>
          <a:xfrm>
            <a:off x="11734800" y="3530600"/>
            <a:ext cx="457200" cy="3327400"/>
          </a:xfrm>
          <a:prstGeom prst="rect">
            <a:avLst/>
          </a:prstGeom>
        </p:spPr>
      </p:pic>
      <p:pic>
        <p:nvPicPr>
          <p:cNvPr id="3" name="Picture 2" descr="Icon&#10;&#10;Description automatically generated">
            <a:extLst>
              <a:ext uri="{FF2B5EF4-FFF2-40B4-BE49-F238E27FC236}">
                <a16:creationId xmlns:a16="http://schemas.microsoft.com/office/drawing/2014/main" id="{B9208179-2979-5A5C-8D8E-E8D91F4BD44D}"/>
              </a:ext>
            </a:extLst>
          </p:cNvPr>
          <p:cNvPicPr>
            <a:picLocks noChangeAspect="1"/>
          </p:cNvPicPr>
          <p:nvPr userDrawn="1"/>
        </p:nvPicPr>
        <p:blipFill>
          <a:blip r:embed="rId2" r:link="rId3"/>
          <a:stretch>
            <a:fillRect/>
          </a:stretch>
        </p:blipFill>
        <p:spPr>
          <a:xfrm>
            <a:off x="11237194" y="431944"/>
            <a:ext cx="634043" cy="634043"/>
          </a:xfrm>
          <a:prstGeom prst="rect">
            <a:avLst/>
          </a:prstGeom>
        </p:spPr>
      </p:pic>
      <p:pic>
        <p:nvPicPr>
          <p:cNvPr id="7" name="Picture 6">
            <a:extLst>
              <a:ext uri="{FF2B5EF4-FFF2-40B4-BE49-F238E27FC236}">
                <a16:creationId xmlns:a16="http://schemas.microsoft.com/office/drawing/2014/main" id="{2D508CD1-760F-EDE0-9997-D481049FDAFB}"/>
              </a:ext>
            </a:extLst>
          </p:cNvPr>
          <p:cNvPicPr>
            <a:picLocks noChangeAspect="1"/>
          </p:cNvPicPr>
          <p:nvPr userDrawn="1"/>
        </p:nvPicPr>
        <p:blipFill>
          <a:blip r:embed="rId4"/>
          <a:stretch>
            <a:fillRect/>
          </a:stretch>
        </p:blipFill>
        <p:spPr>
          <a:xfrm>
            <a:off x="11734800" y="3530600"/>
            <a:ext cx="457200" cy="3327400"/>
          </a:xfrm>
          <a:prstGeom prst="rect">
            <a:avLst/>
          </a:prstGeom>
        </p:spPr>
      </p:pic>
    </p:spTree>
    <p:extLst>
      <p:ext uri="{BB962C8B-B14F-4D97-AF65-F5344CB8AC3E}">
        <p14:creationId xmlns:p14="http://schemas.microsoft.com/office/powerpoint/2010/main" val="914387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5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19D5C-310F-F04C-ADA6-A5C5B6D3486C}"/>
              </a:ext>
            </a:extLst>
          </p:cNvPr>
          <p:cNvSpPr>
            <a:spLocks noGrp="1"/>
          </p:cNvSpPr>
          <p:nvPr>
            <p:ph type="title"/>
          </p:nvPr>
        </p:nvSpPr>
        <p:spPr>
          <a:xfrm>
            <a:off x="1027134" y="686487"/>
            <a:ext cx="9870510" cy="1325563"/>
          </a:xfrm>
        </p:spPr>
        <p:txBody>
          <a:bodyPr/>
          <a:lstStyle>
            <a:lvl1pPr>
              <a:defRPr b="1" i="0">
                <a:latin typeface="Muli ExtraBold" panose="02000503040000020004" pitchFamily="2" charset="0"/>
              </a:defRPr>
            </a:lvl1pPr>
          </a:lstStyle>
          <a:p>
            <a:r>
              <a:rPr lang="en-US"/>
              <a:t>Click to edit Master title style</a:t>
            </a:r>
          </a:p>
        </p:txBody>
      </p:sp>
      <p:sp>
        <p:nvSpPr>
          <p:cNvPr id="4" name="Footer Placeholder 3">
            <a:extLst>
              <a:ext uri="{FF2B5EF4-FFF2-40B4-BE49-F238E27FC236}">
                <a16:creationId xmlns:a16="http://schemas.microsoft.com/office/drawing/2014/main" id="{763B4581-B6A4-1D47-84BA-ECE4D8DA5CEC}"/>
              </a:ext>
            </a:extLst>
          </p:cNvPr>
          <p:cNvSpPr>
            <a:spLocks noGrp="1"/>
          </p:cNvSpPr>
          <p:nvPr>
            <p:ph type="ftr" sz="quarter" idx="11"/>
          </p:nvPr>
        </p:nvSpPr>
        <p:spPr/>
        <p:txBody>
          <a:bodyPr/>
          <a:lstStyle>
            <a:lvl1pPr>
              <a:defRPr sz="1000" b="0" i="0">
                <a:latin typeface="Muli Light" panose="02000503040000020004" pitchFamily="2" charset="0"/>
              </a:defRPr>
            </a:lvl1pPr>
          </a:lstStyle>
          <a:p>
            <a:endParaRPr lang="en-US"/>
          </a:p>
        </p:txBody>
      </p:sp>
      <p:sp>
        <p:nvSpPr>
          <p:cNvPr id="5" name="Slide Number Placeholder 4">
            <a:extLst>
              <a:ext uri="{FF2B5EF4-FFF2-40B4-BE49-F238E27FC236}">
                <a16:creationId xmlns:a16="http://schemas.microsoft.com/office/drawing/2014/main" id="{F0A7E31A-7427-894D-900A-69E07D818776}"/>
              </a:ext>
            </a:extLst>
          </p:cNvPr>
          <p:cNvSpPr>
            <a:spLocks noGrp="1"/>
          </p:cNvSpPr>
          <p:nvPr>
            <p:ph type="sldNum" sz="quarter" idx="12"/>
          </p:nvPr>
        </p:nvSpPr>
        <p:spPr/>
        <p:txBody>
          <a:bodyPr/>
          <a:lstStyle>
            <a:lvl1pPr>
              <a:defRPr sz="1000" b="0" i="0">
                <a:latin typeface="Muli Light" panose="02000503040000020004" pitchFamily="2" charset="0"/>
              </a:defRPr>
            </a:lvl1pPr>
          </a:lstStyle>
          <a:p>
            <a:fld id="{276EBF13-803B-6843-B1B8-EB475E94DD28}" type="slidenum">
              <a:rPr lang="en-US" smtClean="0"/>
              <a:pPr/>
              <a:t>‹#›</a:t>
            </a:fld>
            <a:endParaRPr lang="en-US"/>
          </a:p>
        </p:txBody>
      </p:sp>
      <p:sp>
        <p:nvSpPr>
          <p:cNvPr id="8" name="Content Placeholder 2">
            <a:extLst>
              <a:ext uri="{FF2B5EF4-FFF2-40B4-BE49-F238E27FC236}">
                <a16:creationId xmlns:a16="http://schemas.microsoft.com/office/drawing/2014/main" id="{387F516D-D9EF-DA40-BBD2-D5EC2B4435EF}"/>
              </a:ext>
            </a:extLst>
          </p:cNvPr>
          <p:cNvSpPr>
            <a:spLocks noGrp="1"/>
          </p:cNvSpPr>
          <p:nvPr>
            <p:ph idx="1"/>
          </p:nvPr>
        </p:nvSpPr>
        <p:spPr>
          <a:xfrm>
            <a:off x="1027134" y="2292263"/>
            <a:ext cx="9870510" cy="3884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descr="Icon&#10;&#10;Description automatically generated">
            <a:extLst>
              <a:ext uri="{FF2B5EF4-FFF2-40B4-BE49-F238E27FC236}">
                <a16:creationId xmlns:a16="http://schemas.microsoft.com/office/drawing/2014/main" id="{1FB037C5-C1BB-A949-8080-D55C4BF52DB1}"/>
              </a:ext>
            </a:extLst>
          </p:cNvPr>
          <p:cNvPicPr>
            <a:picLocks noChangeAspect="1"/>
          </p:cNvPicPr>
          <p:nvPr/>
        </p:nvPicPr>
        <p:blipFill>
          <a:blip r:embed="rId2" r:link="rId3"/>
          <a:stretch>
            <a:fillRect/>
          </a:stretch>
        </p:blipFill>
        <p:spPr>
          <a:xfrm>
            <a:off x="11237194" y="431944"/>
            <a:ext cx="634043" cy="634043"/>
          </a:xfrm>
          <a:prstGeom prst="rect">
            <a:avLst/>
          </a:prstGeom>
        </p:spPr>
      </p:pic>
      <p:pic>
        <p:nvPicPr>
          <p:cNvPr id="3" name="Picture 2">
            <a:extLst>
              <a:ext uri="{FF2B5EF4-FFF2-40B4-BE49-F238E27FC236}">
                <a16:creationId xmlns:a16="http://schemas.microsoft.com/office/drawing/2014/main" id="{FD7CFA33-B6B5-A14F-A229-04B3AA56964F}"/>
              </a:ext>
            </a:extLst>
          </p:cNvPr>
          <p:cNvPicPr>
            <a:picLocks noChangeAspect="1"/>
          </p:cNvPicPr>
          <p:nvPr/>
        </p:nvPicPr>
        <p:blipFill>
          <a:blip r:embed="rId4"/>
          <a:stretch>
            <a:fillRect/>
          </a:stretch>
        </p:blipFill>
        <p:spPr>
          <a:xfrm>
            <a:off x="11734800" y="3530600"/>
            <a:ext cx="457200" cy="3327400"/>
          </a:xfrm>
          <a:prstGeom prst="rect">
            <a:avLst/>
          </a:prstGeom>
        </p:spPr>
      </p:pic>
      <p:pic>
        <p:nvPicPr>
          <p:cNvPr id="6" name="Picture 5" descr="Icon&#10;&#10;Description automatically generated">
            <a:extLst>
              <a:ext uri="{FF2B5EF4-FFF2-40B4-BE49-F238E27FC236}">
                <a16:creationId xmlns:a16="http://schemas.microsoft.com/office/drawing/2014/main" id="{2625626B-7242-189E-1759-463A0002C935}"/>
              </a:ext>
            </a:extLst>
          </p:cNvPr>
          <p:cNvPicPr>
            <a:picLocks noChangeAspect="1"/>
          </p:cNvPicPr>
          <p:nvPr userDrawn="1"/>
        </p:nvPicPr>
        <p:blipFill>
          <a:blip r:embed="rId2" r:link="rId3"/>
          <a:stretch>
            <a:fillRect/>
          </a:stretch>
        </p:blipFill>
        <p:spPr>
          <a:xfrm>
            <a:off x="11237194" y="431944"/>
            <a:ext cx="634043" cy="634043"/>
          </a:xfrm>
          <a:prstGeom prst="rect">
            <a:avLst/>
          </a:prstGeom>
        </p:spPr>
      </p:pic>
      <p:pic>
        <p:nvPicPr>
          <p:cNvPr id="7" name="Picture 6">
            <a:extLst>
              <a:ext uri="{FF2B5EF4-FFF2-40B4-BE49-F238E27FC236}">
                <a16:creationId xmlns:a16="http://schemas.microsoft.com/office/drawing/2014/main" id="{C237BEA0-2AC9-32D8-B33C-7E51DD74CB37}"/>
              </a:ext>
            </a:extLst>
          </p:cNvPr>
          <p:cNvPicPr>
            <a:picLocks noChangeAspect="1"/>
          </p:cNvPicPr>
          <p:nvPr userDrawn="1"/>
        </p:nvPicPr>
        <p:blipFill>
          <a:blip r:embed="rId4"/>
          <a:stretch>
            <a:fillRect/>
          </a:stretch>
        </p:blipFill>
        <p:spPr>
          <a:xfrm>
            <a:off x="11734800" y="3530600"/>
            <a:ext cx="457200" cy="3327400"/>
          </a:xfrm>
          <a:prstGeom prst="rect">
            <a:avLst/>
          </a:prstGeom>
        </p:spPr>
      </p:pic>
    </p:spTree>
    <p:extLst>
      <p:ext uri="{BB962C8B-B14F-4D97-AF65-F5344CB8AC3E}">
        <p14:creationId xmlns:p14="http://schemas.microsoft.com/office/powerpoint/2010/main" val="15165791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1_Title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85B8D44-21D8-864E-9E05-3A5DB5B9F76A}"/>
              </a:ext>
            </a:extLst>
          </p:cNvPr>
          <p:cNvPicPr>
            <a:picLocks noChangeAspect="1"/>
          </p:cNvPicPr>
          <p:nvPr/>
        </p:nvPicPr>
        <p:blipFill>
          <a:blip r:embed="rId2"/>
          <a:stretch>
            <a:fillRect/>
          </a:stretch>
        </p:blipFill>
        <p:spPr>
          <a:xfrm>
            <a:off x="0" y="0"/>
            <a:ext cx="12192000" cy="6858000"/>
          </a:xfrm>
          <a:prstGeom prst="rect">
            <a:avLst/>
          </a:prstGeom>
        </p:spPr>
      </p:pic>
      <p:pic>
        <p:nvPicPr>
          <p:cNvPr id="5" name="Picture 4" descr="Logo, company name&#10;&#10;Description automatically generated">
            <a:extLst>
              <a:ext uri="{FF2B5EF4-FFF2-40B4-BE49-F238E27FC236}">
                <a16:creationId xmlns:a16="http://schemas.microsoft.com/office/drawing/2014/main" id="{AB8C6427-C6A8-8D4C-980B-6A19252C67CC}"/>
              </a:ext>
            </a:extLst>
          </p:cNvPr>
          <p:cNvPicPr>
            <a:picLocks noChangeAspect="1"/>
          </p:cNvPicPr>
          <p:nvPr/>
        </p:nvPicPr>
        <p:blipFill>
          <a:blip r:embed="rId3" r:link="rId4"/>
          <a:stretch>
            <a:fillRect/>
          </a:stretch>
        </p:blipFill>
        <p:spPr>
          <a:xfrm>
            <a:off x="789950" y="867417"/>
            <a:ext cx="4423318" cy="4423318"/>
          </a:xfrm>
          <a:prstGeom prst="rect">
            <a:avLst/>
          </a:prstGeom>
        </p:spPr>
      </p:pic>
      <p:sp>
        <p:nvSpPr>
          <p:cNvPr id="7" name="TextBox 6">
            <a:extLst>
              <a:ext uri="{FF2B5EF4-FFF2-40B4-BE49-F238E27FC236}">
                <a16:creationId xmlns:a16="http://schemas.microsoft.com/office/drawing/2014/main" id="{CC85575E-67A5-3C43-A0D0-322AC6FBE4F5}"/>
              </a:ext>
            </a:extLst>
          </p:cNvPr>
          <p:cNvSpPr txBox="1"/>
          <p:nvPr/>
        </p:nvSpPr>
        <p:spPr>
          <a:xfrm>
            <a:off x="6531428" y="1389523"/>
            <a:ext cx="5403273" cy="3539430"/>
          </a:xfrm>
          <a:prstGeom prst="rect">
            <a:avLst/>
          </a:prstGeom>
          <a:noFill/>
        </p:spPr>
        <p:txBody>
          <a:bodyPr wrap="square" rtlCol="0">
            <a:spAutoFit/>
          </a:bodyPr>
          <a:lstStyle/>
          <a:p>
            <a:pPr algn="l"/>
            <a:r>
              <a:rPr lang="en-CA" sz="6200" b="0" i="0" u="none" strike="noStrike" kern="1200" baseline="0">
                <a:solidFill>
                  <a:schemeClr val="bg1"/>
                </a:solidFill>
                <a:latin typeface="Muli" panose="02000503040000020004" pitchFamily="2" charset="0"/>
                <a:ea typeface="+mn-ea"/>
                <a:cs typeface="Arial" panose="020B0604020202020204" pitchFamily="34" charset="0"/>
              </a:rPr>
              <a:t>QUESTIONS?</a:t>
            </a:r>
          </a:p>
          <a:p>
            <a:pPr algn="l"/>
            <a:endParaRPr lang="en-CA" sz="1800" b="0" i="0" u="none" strike="noStrike" kern="1200" baseline="0">
              <a:solidFill>
                <a:schemeClr val="bg1"/>
              </a:solidFill>
              <a:latin typeface="Muli" panose="02000503040000020004" pitchFamily="2" charset="0"/>
              <a:ea typeface="+mn-ea"/>
              <a:cs typeface="Arial" panose="020B0604020202020204" pitchFamily="34" charset="0"/>
            </a:endParaRPr>
          </a:p>
          <a:p>
            <a:pPr algn="l"/>
            <a:r>
              <a:rPr lang="en-CA" sz="2400" b="0" i="0" u="none" strike="noStrike" kern="1200" baseline="0">
                <a:solidFill>
                  <a:schemeClr val="bg1"/>
                </a:solidFill>
                <a:latin typeface="Muli" panose="02000503040000020004" pitchFamily="2" charset="0"/>
                <a:ea typeface="+mn-ea"/>
                <a:cs typeface="Arial" panose="020B0604020202020204" pitchFamily="34" charset="0"/>
              </a:rPr>
              <a:t>10232 112 Street NW</a:t>
            </a:r>
          </a:p>
          <a:p>
            <a:pPr algn="l"/>
            <a:r>
              <a:rPr lang="en-CA" sz="2400" b="0" i="0" u="none" strike="noStrike" kern="1200" baseline="0">
                <a:solidFill>
                  <a:schemeClr val="bg1"/>
                </a:solidFill>
                <a:latin typeface="Muli" panose="02000503040000020004" pitchFamily="2" charset="0"/>
                <a:ea typeface="+mn-ea"/>
                <a:cs typeface="Arial" panose="020B0604020202020204" pitchFamily="34" charset="0"/>
              </a:rPr>
              <a:t>Edmonton, Alberta  T5K 1M4</a:t>
            </a:r>
          </a:p>
          <a:p>
            <a:pPr algn="l"/>
            <a:endParaRPr lang="en-CA" sz="2400" b="0" i="0" u="none" strike="noStrike" kern="1200" baseline="0">
              <a:solidFill>
                <a:schemeClr val="bg1"/>
              </a:solidFill>
              <a:latin typeface="Muli" panose="02000503040000020004" pitchFamily="2" charset="0"/>
              <a:ea typeface="+mn-ea"/>
              <a:cs typeface="Arial" panose="020B0604020202020204" pitchFamily="34" charset="0"/>
            </a:endParaRPr>
          </a:p>
          <a:p>
            <a:pPr algn="l"/>
            <a:r>
              <a:rPr lang="en-CA" sz="2400" b="0" i="0" u="none" strike="noStrike" kern="1200" baseline="0">
                <a:solidFill>
                  <a:schemeClr val="bg1"/>
                </a:solidFill>
                <a:latin typeface="Muli" panose="02000503040000020004" pitchFamily="2" charset="0"/>
                <a:ea typeface="+mn-ea"/>
                <a:cs typeface="Arial" panose="020B0604020202020204" pitchFamily="34" charset="0"/>
              </a:rPr>
              <a:t>780-420-6161</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2400" b="0" i="0" u="none" strike="noStrike" kern="1200" baseline="0">
                <a:solidFill>
                  <a:schemeClr val="bg1"/>
                </a:solidFill>
                <a:latin typeface="Muli" panose="02000503040000020004" pitchFamily="2" charset="0"/>
                <a:ea typeface="+mn-ea"/>
                <a:cs typeface="Arial" panose="020B0604020202020204" pitchFamily="34" charset="0"/>
              </a:rPr>
              <a:t>help@civida.ca</a:t>
            </a:r>
          </a:p>
          <a:p>
            <a:pPr algn="l"/>
            <a:r>
              <a:rPr lang="en-CA" sz="2400" b="0" i="0" u="none" strike="noStrike" kern="1200" baseline="0">
                <a:solidFill>
                  <a:schemeClr val="bg1"/>
                </a:solidFill>
                <a:latin typeface="Muli" panose="02000503040000020004" pitchFamily="2" charset="0"/>
                <a:ea typeface="+mn-ea"/>
                <a:cs typeface="Arial" panose="020B0604020202020204" pitchFamily="34" charset="0"/>
              </a:rPr>
              <a:t>www.civida.ca</a:t>
            </a:r>
          </a:p>
        </p:txBody>
      </p:sp>
      <p:pic>
        <p:nvPicPr>
          <p:cNvPr id="2" name="Picture 1">
            <a:extLst>
              <a:ext uri="{FF2B5EF4-FFF2-40B4-BE49-F238E27FC236}">
                <a16:creationId xmlns:a16="http://schemas.microsoft.com/office/drawing/2014/main" id="{EC068804-9F71-7BBD-A8F9-90AD1B244751}"/>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3" name="Picture 2" descr="Logo, company name&#10;&#10;Description automatically generated">
            <a:extLst>
              <a:ext uri="{FF2B5EF4-FFF2-40B4-BE49-F238E27FC236}">
                <a16:creationId xmlns:a16="http://schemas.microsoft.com/office/drawing/2014/main" id="{5A346CDA-9811-826D-E005-7FA9701B7726}"/>
              </a:ext>
            </a:extLst>
          </p:cNvPr>
          <p:cNvPicPr>
            <a:picLocks noChangeAspect="1"/>
          </p:cNvPicPr>
          <p:nvPr userDrawn="1"/>
        </p:nvPicPr>
        <p:blipFill>
          <a:blip r:embed="rId3" r:link="rId4"/>
          <a:stretch>
            <a:fillRect/>
          </a:stretch>
        </p:blipFill>
        <p:spPr>
          <a:xfrm>
            <a:off x="789950" y="867417"/>
            <a:ext cx="4423318" cy="4423318"/>
          </a:xfrm>
          <a:prstGeom prst="rect">
            <a:avLst/>
          </a:prstGeom>
        </p:spPr>
      </p:pic>
      <p:sp>
        <p:nvSpPr>
          <p:cNvPr id="4" name="TextBox 3">
            <a:extLst>
              <a:ext uri="{FF2B5EF4-FFF2-40B4-BE49-F238E27FC236}">
                <a16:creationId xmlns:a16="http://schemas.microsoft.com/office/drawing/2014/main" id="{981B6B70-BB0C-3A96-8515-B390EC36ABF6}"/>
              </a:ext>
            </a:extLst>
          </p:cNvPr>
          <p:cNvSpPr txBox="1"/>
          <p:nvPr userDrawn="1"/>
        </p:nvSpPr>
        <p:spPr>
          <a:xfrm>
            <a:off x="6531428" y="1389523"/>
            <a:ext cx="5403273" cy="3539430"/>
          </a:xfrm>
          <a:prstGeom prst="rect">
            <a:avLst/>
          </a:prstGeom>
          <a:noFill/>
        </p:spPr>
        <p:txBody>
          <a:bodyPr wrap="square" rtlCol="0">
            <a:spAutoFit/>
          </a:bodyPr>
          <a:lstStyle/>
          <a:p>
            <a:pPr algn="l"/>
            <a:r>
              <a:rPr lang="en-CA" sz="6200" b="0" i="0" u="none" strike="noStrike" kern="1200" baseline="0">
                <a:solidFill>
                  <a:schemeClr val="bg1"/>
                </a:solidFill>
                <a:latin typeface="Muli" panose="02000503040000020004" pitchFamily="2" charset="0"/>
                <a:ea typeface="+mn-ea"/>
                <a:cs typeface="Arial" panose="020B0604020202020204" pitchFamily="34" charset="0"/>
              </a:rPr>
              <a:t>QUESTIONS?</a:t>
            </a:r>
          </a:p>
          <a:p>
            <a:pPr algn="l"/>
            <a:endParaRPr lang="en-CA" sz="1800" b="0" i="0" u="none" strike="noStrike" kern="1200" baseline="0">
              <a:solidFill>
                <a:schemeClr val="bg1"/>
              </a:solidFill>
              <a:latin typeface="Muli" panose="02000503040000020004" pitchFamily="2" charset="0"/>
              <a:ea typeface="+mn-ea"/>
              <a:cs typeface="Arial" panose="020B0604020202020204" pitchFamily="34" charset="0"/>
            </a:endParaRPr>
          </a:p>
          <a:p>
            <a:pPr algn="l"/>
            <a:r>
              <a:rPr lang="en-CA" sz="2400" b="0" i="0" u="none" strike="noStrike" kern="1200" baseline="0">
                <a:solidFill>
                  <a:schemeClr val="bg1"/>
                </a:solidFill>
                <a:latin typeface="Muli" panose="02000503040000020004" pitchFamily="2" charset="0"/>
                <a:ea typeface="+mn-ea"/>
                <a:cs typeface="Arial" panose="020B0604020202020204" pitchFamily="34" charset="0"/>
              </a:rPr>
              <a:t>10232 112 Street NW</a:t>
            </a:r>
          </a:p>
          <a:p>
            <a:pPr algn="l"/>
            <a:r>
              <a:rPr lang="en-CA" sz="2400" b="0" i="0" u="none" strike="noStrike" kern="1200" baseline="0">
                <a:solidFill>
                  <a:schemeClr val="bg1"/>
                </a:solidFill>
                <a:latin typeface="Muli" panose="02000503040000020004" pitchFamily="2" charset="0"/>
                <a:ea typeface="+mn-ea"/>
                <a:cs typeface="Arial" panose="020B0604020202020204" pitchFamily="34" charset="0"/>
              </a:rPr>
              <a:t>Edmonton, Alberta  T5K 1M4</a:t>
            </a:r>
          </a:p>
          <a:p>
            <a:pPr algn="l"/>
            <a:endParaRPr lang="en-CA" sz="2400" b="0" i="0" u="none" strike="noStrike" kern="1200" baseline="0">
              <a:solidFill>
                <a:schemeClr val="bg1"/>
              </a:solidFill>
              <a:latin typeface="Muli" panose="02000503040000020004" pitchFamily="2" charset="0"/>
              <a:ea typeface="+mn-ea"/>
              <a:cs typeface="Arial" panose="020B0604020202020204" pitchFamily="34" charset="0"/>
            </a:endParaRPr>
          </a:p>
          <a:p>
            <a:pPr algn="l"/>
            <a:r>
              <a:rPr lang="en-CA" sz="2400" b="0" i="0" u="none" strike="noStrike" kern="1200" baseline="0">
                <a:solidFill>
                  <a:schemeClr val="bg1"/>
                </a:solidFill>
                <a:latin typeface="Muli" panose="02000503040000020004" pitchFamily="2" charset="0"/>
                <a:ea typeface="+mn-ea"/>
                <a:cs typeface="Arial" panose="020B0604020202020204" pitchFamily="34" charset="0"/>
              </a:rPr>
              <a:t>780-420-6161</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2400" b="0" i="0" u="none" strike="noStrike" kern="1200" baseline="0">
                <a:solidFill>
                  <a:schemeClr val="bg1"/>
                </a:solidFill>
                <a:latin typeface="Muli" panose="02000503040000020004" pitchFamily="2" charset="0"/>
                <a:ea typeface="+mn-ea"/>
                <a:cs typeface="Arial" panose="020B0604020202020204" pitchFamily="34" charset="0"/>
              </a:rPr>
              <a:t>help@civida.ca</a:t>
            </a:r>
          </a:p>
          <a:p>
            <a:pPr algn="l"/>
            <a:r>
              <a:rPr lang="en-CA" sz="2400" b="0" i="0" u="none" strike="noStrike" kern="1200" baseline="0">
                <a:solidFill>
                  <a:schemeClr val="bg1"/>
                </a:solidFill>
                <a:latin typeface="Muli" panose="02000503040000020004" pitchFamily="2" charset="0"/>
                <a:ea typeface="+mn-ea"/>
                <a:cs typeface="Arial" panose="020B0604020202020204" pitchFamily="34" charset="0"/>
              </a:rPr>
              <a:t>www.civida.ca</a:t>
            </a:r>
          </a:p>
        </p:txBody>
      </p:sp>
    </p:spTree>
    <p:extLst>
      <p:ext uri="{BB962C8B-B14F-4D97-AF65-F5344CB8AC3E}">
        <p14:creationId xmlns:p14="http://schemas.microsoft.com/office/powerpoint/2010/main" val="27206331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2_Title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85B8D44-21D8-864E-9E05-3A5DB5B9F76A}"/>
              </a:ext>
            </a:extLst>
          </p:cNvPr>
          <p:cNvPicPr>
            <a:picLocks noChangeAspect="1"/>
          </p:cNvPicPr>
          <p:nvPr/>
        </p:nvPicPr>
        <p:blipFill>
          <a:blip r:embed="rId2"/>
          <a:stretch>
            <a:fillRect/>
          </a:stretch>
        </p:blipFill>
        <p:spPr>
          <a:xfrm>
            <a:off x="0" y="0"/>
            <a:ext cx="12192000" cy="6858000"/>
          </a:xfrm>
          <a:prstGeom prst="rect">
            <a:avLst/>
          </a:prstGeom>
        </p:spPr>
      </p:pic>
      <p:pic>
        <p:nvPicPr>
          <p:cNvPr id="5" name="Picture 4" descr="Logo, company name&#10;&#10;Description automatically generated">
            <a:extLst>
              <a:ext uri="{FF2B5EF4-FFF2-40B4-BE49-F238E27FC236}">
                <a16:creationId xmlns:a16="http://schemas.microsoft.com/office/drawing/2014/main" id="{AB8C6427-C6A8-8D4C-980B-6A19252C67CC}"/>
              </a:ext>
            </a:extLst>
          </p:cNvPr>
          <p:cNvPicPr>
            <a:picLocks noChangeAspect="1"/>
          </p:cNvPicPr>
          <p:nvPr/>
        </p:nvPicPr>
        <p:blipFill>
          <a:blip r:embed="rId3" r:link="rId4"/>
          <a:stretch>
            <a:fillRect/>
          </a:stretch>
        </p:blipFill>
        <p:spPr>
          <a:xfrm>
            <a:off x="1781298" y="493104"/>
            <a:ext cx="3740728" cy="3740728"/>
          </a:xfrm>
          <a:prstGeom prst="rect">
            <a:avLst/>
          </a:prstGeom>
        </p:spPr>
      </p:pic>
      <p:sp>
        <p:nvSpPr>
          <p:cNvPr id="7" name="TextBox 6">
            <a:extLst>
              <a:ext uri="{FF2B5EF4-FFF2-40B4-BE49-F238E27FC236}">
                <a16:creationId xmlns:a16="http://schemas.microsoft.com/office/drawing/2014/main" id="{CC85575E-67A5-3C43-A0D0-322AC6FBE4F5}"/>
              </a:ext>
            </a:extLst>
          </p:cNvPr>
          <p:cNvSpPr txBox="1"/>
          <p:nvPr/>
        </p:nvSpPr>
        <p:spPr>
          <a:xfrm>
            <a:off x="1217459" y="4213629"/>
            <a:ext cx="10438410" cy="2015936"/>
          </a:xfrm>
          <a:prstGeom prst="rect">
            <a:avLst/>
          </a:prstGeom>
          <a:noFill/>
        </p:spPr>
        <p:txBody>
          <a:bodyPr wrap="square" rtlCol="0">
            <a:spAutoFit/>
          </a:bodyPr>
          <a:lstStyle/>
          <a:p>
            <a:pPr algn="l"/>
            <a:r>
              <a:rPr lang="en-CA" sz="12500" b="0" i="0" u="none" strike="noStrike" kern="1200" baseline="0">
                <a:solidFill>
                  <a:schemeClr val="bg1">
                    <a:alpha val="39000"/>
                  </a:schemeClr>
                </a:solidFill>
                <a:latin typeface="Muli" panose="02000503040000020004" pitchFamily="2" charset="0"/>
                <a:ea typeface="+mn-ea"/>
                <a:cs typeface="Arial" panose="020B0604020202020204" pitchFamily="34" charset="0"/>
              </a:rPr>
              <a:t>QUESTIONS?</a:t>
            </a:r>
          </a:p>
        </p:txBody>
      </p:sp>
      <p:sp>
        <p:nvSpPr>
          <p:cNvPr id="8" name="TextBox 7">
            <a:extLst>
              <a:ext uri="{FF2B5EF4-FFF2-40B4-BE49-F238E27FC236}">
                <a16:creationId xmlns:a16="http://schemas.microsoft.com/office/drawing/2014/main" id="{80F887CA-9DE5-D54C-ABC8-7F733DA217BC}"/>
              </a:ext>
            </a:extLst>
          </p:cNvPr>
          <p:cNvSpPr txBox="1"/>
          <p:nvPr/>
        </p:nvSpPr>
        <p:spPr>
          <a:xfrm>
            <a:off x="8439156" y="1276870"/>
            <a:ext cx="5403273" cy="2308324"/>
          </a:xfrm>
          <a:prstGeom prst="rect">
            <a:avLst/>
          </a:prstGeom>
          <a:noFill/>
        </p:spPr>
        <p:txBody>
          <a:bodyPr wrap="square" rtlCol="0">
            <a:spAutoFit/>
          </a:bodyPr>
          <a:lstStyle/>
          <a:p>
            <a:pPr algn="l"/>
            <a:r>
              <a:rPr lang="en-CA" sz="2400" b="0" i="0" u="none" strike="noStrike" kern="1200" baseline="0">
                <a:solidFill>
                  <a:schemeClr val="bg1"/>
                </a:solidFill>
                <a:latin typeface="Muli" panose="02000503040000020004" pitchFamily="2" charset="0"/>
                <a:ea typeface="+mn-ea"/>
                <a:cs typeface="Arial" panose="020B0604020202020204" pitchFamily="34" charset="0"/>
              </a:rPr>
              <a:t>10232 112 Street NW</a:t>
            </a:r>
          </a:p>
          <a:p>
            <a:pPr algn="l"/>
            <a:r>
              <a:rPr lang="en-CA" sz="2400" b="0" i="0" u="none" strike="noStrike" kern="1200" baseline="0">
                <a:solidFill>
                  <a:schemeClr val="bg1"/>
                </a:solidFill>
                <a:latin typeface="Muli" panose="02000503040000020004" pitchFamily="2" charset="0"/>
                <a:ea typeface="+mn-ea"/>
                <a:cs typeface="Arial" panose="020B0604020202020204" pitchFamily="34" charset="0"/>
              </a:rPr>
              <a:t>Edmonton, Alberta  </a:t>
            </a:r>
            <a:br>
              <a:rPr lang="en-CA" sz="2400" b="0" i="0" u="none" strike="noStrike" kern="1200" baseline="0">
                <a:solidFill>
                  <a:schemeClr val="bg1"/>
                </a:solidFill>
                <a:latin typeface="Muli" panose="02000503040000020004" pitchFamily="2" charset="0"/>
                <a:ea typeface="+mn-ea"/>
                <a:cs typeface="Arial" panose="020B0604020202020204" pitchFamily="34" charset="0"/>
              </a:rPr>
            </a:br>
            <a:r>
              <a:rPr lang="en-CA" sz="2400" b="0" i="0" u="none" strike="noStrike" kern="1200" baseline="0">
                <a:solidFill>
                  <a:schemeClr val="bg1"/>
                </a:solidFill>
                <a:latin typeface="Muli" panose="02000503040000020004" pitchFamily="2" charset="0"/>
                <a:ea typeface="+mn-ea"/>
                <a:cs typeface="Arial" panose="020B0604020202020204" pitchFamily="34" charset="0"/>
              </a:rPr>
              <a:t>T5K 1M4</a:t>
            </a:r>
          </a:p>
          <a:p>
            <a:pPr algn="l"/>
            <a:endParaRPr lang="en-CA" sz="2400" b="0" i="0" u="none" strike="noStrike" kern="1200" baseline="0">
              <a:solidFill>
                <a:schemeClr val="bg1"/>
              </a:solidFill>
              <a:latin typeface="Muli" panose="02000503040000020004" pitchFamily="2" charset="0"/>
              <a:ea typeface="+mn-ea"/>
              <a:cs typeface="Arial" panose="020B0604020202020204" pitchFamily="34" charset="0"/>
            </a:endParaRPr>
          </a:p>
          <a:p>
            <a:pPr algn="l"/>
            <a:r>
              <a:rPr lang="en-CA" sz="2400" b="0" i="0" u="none" strike="noStrike" kern="1200" baseline="0">
                <a:solidFill>
                  <a:schemeClr val="bg1"/>
                </a:solidFill>
                <a:latin typeface="Muli" panose="02000503040000020004" pitchFamily="2" charset="0"/>
                <a:ea typeface="+mn-ea"/>
                <a:cs typeface="Arial" panose="020B0604020202020204" pitchFamily="34" charset="0"/>
              </a:rPr>
              <a:t>780-420-6161</a:t>
            </a:r>
          </a:p>
          <a:p>
            <a:pPr algn="l"/>
            <a:r>
              <a:rPr lang="en-CA" sz="2400" b="0" i="0" u="none" strike="noStrike" kern="1200" baseline="0" err="1">
                <a:solidFill>
                  <a:schemeClr val="bg1"/>
                </a:solidFill>
                <a:latin typeface="Muli" panose="02000503040000020004" pitchFamily="2" charset="0"/>
                <a:ea typeface="+mn-ea"/>
                <a:cs typeface="Arial" panose="020B0604020202020204" pitchFamily="34" charset="0"/>
              </a:rPr>
              <a:t>www.civida.ca</a:t>
            </a:r>
            <a:endParaRPr lang="en-CA" sz="2400" b="0" i="0" u="none" strike="noStrike" kern="1200" baseline="0">
              <a:solidFill>
                <a:schemeClr val="bg1"/>
              </a:solidFill>
              <a:latin typeface="Muli" panose="02000503040000020004" pitchFamily="2" charset="0"/>
              <a:ea typeface="+mn-ea"/>
              <a:cs typeface="Arial" panose="020B0604020202020204" pitchFamily="34" charset="0"/>
            </a:endParaRPr>
          </a:p>
        </p:txBody>
      </p:sp>
      <p:pic>
        <p:nvPicPr>
          <p:cNvPr id="2" name="Picture 1">
            <a:extLst>
              <a:ext uri="{FF2B5EF4-FFF2-40B4-BE49-F238E27FC236}">
                <a16:creationId xmlns:a16="http://schemas.microsoft.com/office/drawing/2014/main" id="{AC1C7A08-C4CD-5972-2435-A8D119E1A7F2}"/>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3" name="Picture 2" descr="Logo, company name&#10;&#10;Description automatically generated">
            <a:extLst>
              <a:ext uri="{FF2B5EF4-FFF2-40B4-BE49-F238E27FC236}">
                <a16:creationId xmlns:a16="http://schemas.microsoft.com/office/drawing/2014/main" id="{B3C67FC8-86CD-61B4-659A-7C368F1FA3BB}"/>
              </a:ext>
            </a:extLst>
          </p:cNvPr>
          <p:cNvPicPr>
            <a:picLocks noChangeAspect="1"/>
          </p:cNvPicPr>
          <p:nvPr userDrawn="1"/>
        </p:nvPicPr>
        <p:blipFill>
          <a:blip r:embed="rId3" r:link="rId4"/>
          <a:stretch>
            <a:fillRect/>
          </a:stretch>
        </p:blipFill>
        <p:spPr>
          <a:xfrm>
            <a:off x="1781298" y="493104"/>
            <a:ext cx="3740728" cy="3740728"/>
          </a:xfrm>
          <a:prstGeom prst="rect">
            <a:avLst/>
          </a:prstGeom>
        </p:spPr>
      </p:pic>
      <p:sp>
        <p:nvSpPr>
          <p:cNvPr id="4" name="TextBox 3">
            <a:extLst>
              <a:ext uri="{FF2B5EF4-FFF2-40B4-BE49-F238E27FC236}">
                <a16:creationId xmlns:a16="http://schemas.microsoft.com/office/drawing/2014/main" id="{31F71B6A-5CD1-FDB5-90EA-AA8DA8928CB3}"/>
              </a:ext>
            </a:extLst>
          </p:cNvPr>
          <p:cNvSpPr txBox="1"/>
          <p:nvPr userDrawn="1"/>
        </p:nvSpPr>
        <p:spPr>
          <a:xfrm>
            <a:off x="1217459" y="4213629"/>
            <a:ext cx="10438410" cy="2015936"/>
          </a:xfrm>
          <a:prstGeom prst="rect">
            <a:avLst/>
          </a:prstGeom>
          <a:noFill/>
        </p:spPr>
        <p:txBody>
          <a:bodyPr wrap="square" rtlCol="0">
            <a:spAutoFit/>
          </a:bodyPr>
          <a:lstStyle/>
          <a:p>
            <a:pPr algn="l"/>
            <a:r>
              <a:rPr lang="en-CA" sz="12500" b="0" i="0" u="none" strike="noStrike" kern="1200" baseline="0">
                <a:solidFill>
                  <a:schemeClr val="bg1">
                    <a:alpha val="39000"/>
                  </a:schemeClr>
                </a:solidFill>
                <a:latin typeface="Muli" panose="02000503040000020004" pitchFamily="2" charset="0"/>
                <a:ea typeface="+mn-ea"/>
                <a:cs typeface="Arial" panose="020B0604020202020204" pitchFamily="34" charset="0"/>
              </a:rPr>
              <a:t>QUESTIONS?</a:t>
            </a:r>
          </a:p>
        </p:txBody>
      </p:sp>
      <p:sp>
        <p:nvSpPr>
          <p:cNvPr id="9" name="TextBox 8">
            <a:extLst>
              <a:ext uri="{FF2B5EF4-FFF2-40B4-BE49-F238E27FC236}">
                <a16:creationId xmlns:a16="http://schemas.microsoft.com/office/drawing/2014/main" id="{CC1348E6-A2AC-5138-8C04-13A4564D3AB8}"/>
              </a:ext>
            </a:extLst>
          </p:cNvPr>
          <p:cNvSpPr txBox="1"/>
          <p:nvPr userDrawn="1"/>
        </p:nvSpPr>
        <p:spPr>
          <a:xfrm>
            <a:off x="8439156" y="1276870"/>
            <a:ext cx="5403273" cy="2308324"/>
          </a:xfrm>
          <a:prstGeom prst="rect">
            <a:avLst/>
          </a:prstGeom>
          <a:noFill/>
        </p:spPr>
        <p:txBody>
          <a:bodyPr wrap="square" rtlCol="0">
            <a:spAutoFit/>
          </a:bodyPr>
          <a:lstStyle/>
          <a:p>
            <a:pPr algn="l"/>
            <a:r>
              <a:rPr lang="en-CA" sz="2400" b="0" i="0" u="none" strike="noStrike" kern="1200" baseline="0">
                <a:solidFill>
                  <a:schemeClr val="bg1"/>
                </a:solidFill>
                <a:latin typeface="Muli" panose="02000503040000020004" pitchFamily="2" charset="0"/>
                <a:ea typeface="+mn-ea"/>
                <a:cs typeface="Arial" panose="020B0604020202020204" pitchFamily="34" charset="0"/>
              </a:rPr>
              <a:t>10232 112 Street NW</a:t>
            </a:r>
          </a:p>
          <a:p>
            <a:pPr algn="l"/>
            <a:r>
              <a:rPr lang="en-CA" sz="2400" b="0" i="0" u="none" strike="noStrike" kern="1200" baseline="0">
                <a:solidFill>
                  <a:schemeClr val="bg1"/>
                </a:solidFill>
                <a:latin typeface="Muli" panose="02000503040000020004" pitchFamily="2" charset="0"/>
                <a:ea typeface="+mn-ea"/>
                <a:cs typeface="Arial" panose="020B0604020202020204" pitchFamily="34" charset="0"/>
              </a:rPr>
              <a:t>Edmonton, Alberta  </a:t>
            </a:r>
            <a:br>
              <a:rPr lang="en-CA" sz="2400" b="0" i="0" u="none" strike="noStrike" kern="1200" baseline="0">
                <a:solidFill>
                  <a:schemeClr val="bg1"/>
                </a:solidFill>
                <a:latin typeface="Muli" panose="02000503040000020004" pitchFamily="2" charset="0"/>
                <a:ea typeface="+mn-ea"/>
                <a:cs typeface="Arial" panose="020B0604020202020204" pitchFamily="34" charset="0"/>
              </a:rPr>
            </a:br>
            <a:r>
              <a:rPr lang="en-CA" sz="2400" b="0" i="0" u="none" strike="noStrike" kern="1200" baseline="0">
                <a:solidFill>
                  <a:schemeClr val="bg1"/>
                </a:solidFill>
                <a:latin typeface="Muli" panose="02000503040000020004" pitchFamily="2" charset="0"/>
                <a:ea typeface="+mn-ea"/>
                <a:cs typeface="Arial" panose="020B0604020202020204" pitchFamily="34" charset="0"/>
              </a:rPr>
              <a:t>T5K 1M4</a:t>
            </a:r>
          </a:p>
          <a:p>
            <a:pPr algn="l"/>
            <a:endParaRPr lang="en-CA" sz="2400" b="0" i="0" u="none" strike="noStrike" kern="1200" baseline="0">
              <a:solidFill>
                <a:schemeClr val="bg1"/>
              </a:solidFill>
              <a:latin typeface="Muli" panose="02000503040000020004" pitchFamily="2" charset="0"/>
              <a:ea typeface="+mn-ea"/>
              <a:cs typeface="Arial" panose="020B0604020202020204" pitchFamily="34" charset="0"/>
            </a:endParaRPr>
          </a:p>
          <a:p>
            <a:pPr algn="l"/>
            <a:r>
              <a:rPr lang="en-CA" sz="2400" b="0" i="0" u="none" strike="noStrike" kern="1200" baseline="0">
                <a:solidFill>
                  <a:schemeClr val="bg1"/>
                </a:solidFill>
                <a:latin typeface="Muli" panose="02000503040000020004" pitchFamily="2" charset="0"/>
                <a:ea typeface="+mn-ea"/>
                <a:cs typeface="Arial" panose="020B0604020202020204" pitchFamily="34" charset="0"/>
              </a:rPr>
              <a:t>780-420-6161</a:t>
            </a:r>
          </a:p>
          <a:p>
            <a:pPr algn="l"/>
            <a:r>
              <a:rPr lang="en-CA" sz="2400" b="0" i="0" u="none" strike="noStrike" kern="1200" baseline="0" err="1">
                <a:solidFill>
                  <a:schemeClr val="bg1"/>
                </a:solidFill>
                <a:latin typeface="Muli" panose="02000503040000020004" pitchFamily="2" charset="0"/>
                <a:ea typeface="+mn-ea"/>
                <a:cs typeface="Arial" panose="020B0604020202020204" pitchFamily="34" charset="0"/>
              </a:rPr>
              <a:t>www.civida.ca</a:t>
            </a:r>
            <a:endParaRPr lang="en-CA" sz="2400" b="0" i="0" u="none" strike="noStrike" kern="1200" baseline="0">
              <a:solidFill>
                <a:schemeClr val="bg1"/>
              </a:solidFill>
              <a:latin typeface="Muli" panose="02000503040000020004" pitchFamily="2" charset="0"/>
              <a:ea typeface="+mn-ea"/>
              <a:cs typeface="Arial" panose="020B0604020202020204" pitchFamily="34" charset="0"/>
            </a:endParaRPr>
          </a:p>
        </p:txBody>
      </p:sp>
    </p:spTree>
    <p:extLst>
      <p:ext uri="{BB962C8B-B14F-4D97-AF65-F5344CB8AC3E}">
        <p14:creationId xmlns:p14="http://schemas.microsoft.com/office/powerpoint/2010/main" val="22154218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3_Title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9825BD3-5E53-3E41-8509-3B3DA128B22E}"/>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9019D5C-310F-F04C-ADA6-A5C5B6D3486C}"/>
              </a:ext>
            </a:extLst>
          </p:cNvPr>
          <p:cNvSpPr>
            <a:spLocks noGrp="1"/>
          </p:cNvSpPr>
          <p:nvPr>
            <p:ph type="title" hasCustomPrompt="1"/>
          </p:nvPr>
        </p:nvSpPr>
        <p:spPr>
          <a:xfrm>
            <a:off x="1596930" y="1252603"/>
            <a:ext cx="9526182" cy="2362779"/>
          </a:xfrm>
        </p:spPr>
        <p:txBody>
          <a:bodyPr>
            <a:noAutofit/>
          </a:bodyPr>
          <a:lstStyle>
            <a:lvl1pPr>
              <a:defRPr sz="6500" b="1" i="0">
                <a:solidFill>
                  <a:schemeClr val="bg1"/>
                </a:solidFill>
                <a:latin typeface="Muli ExtraBold" panose="02000503040000020004" pitchFamily="2" charset="0"/>
              </a:defRPr>
            </a:lvl1pPr>
          </a:lstStyle>
          <a:p>
            <a:r>
              <a:rPr lang="en-US"/>
              <a:t>Click to edit </a:t>
            </a:r>
            <a:br>
              <a:rPr lang="en-US"/>
            </a:br>
            <a:r>
              <a:rPr lang="en-US"/>
              <a:t>Master title style</a:t>
            </a:r>
          </a:p>
        </p:txBody>
      </p:sp>
      <p:sp>
        <p:nvSpPr>
          <p:cNvPr id="8" name="Subtitle 2">
            <a:extLst>
              <a:ext uri="{FF2B5EF4-FFF2-40B4-BE49-F238E27FC236}">
                <a16:creationId xmlns:a16="http://schemas.microsoft.com/office/drawing/2014/main" id="{C0DA469A-596E-5449-AB81-E9B10A84A235}"/>
              </a:ext>
            </a:extLst>
          </p:cNvPr>
          <p:cNvSpPr>
            <a:spLocks noGrp="1"/>
          </p:cNvSpPr>
          <p:nvPr>
            <p:ph type="subTitle" idx="1"/>
          </p:nvPr>
        </p:nvSpPr>
        <p:spPr>
          <a:xfrm>
            <a:off x="1596929" y="3908120"/>
            <a:ext cx="9526183" cy="1183101"/>
          </a:xfrm>
        </p:spPr>
        <p:txBody>
          <a:bodyPr>
            <a:normAutofit/>
          </a:bodyPr>
          <a:lstStyle>
            <a:lvl1pPr marL="0" indent="0" algn="l">
              <a:buNone/>
              <a:defRPr sz="2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2546327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4_Title Only">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F2186F-26D3-5D48-9839-9FD154AC48E4}"/>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9019D5C-310F-F04C-ADA6-A5C5B6D3486C}"/>
              </a:ext>
            </a:extLst>
          </p:cNvPr>
          <p:cNvSpPr>
            <a:spLocks noGrp="1"/>
          </p:cNvSpPr>
          <p:nvPr>
            <p:ph type="title" hasCustomPrompt="1"/>
          </p:nvPr>
        </p:nvSpPr>
        <p:spPr>
          <a:xfrm>
            <a:off x="3644796" y="1302707"/>
            <a:ext cx="8006637" cy="2362779"/>
          </a:xfrm>
        </p:spPr>
        <p:txBody>
          <a:bodyPr>
            <a:noAutofit/>
          </a:bodyPr>
          <a:lstStyle>
            <a:lvl1pPr>
              <a:defRPr sz="6500" b="1" i="0">
                <a:solidFill>
                  <a:schemeClr val="bg1"/>
                </a:solidFill>
                <a:latin typeface="Muli ExtraBold" panose="02000503040000020004" pitchFamily="2" charset="0"/>
              </a:defRPr>
            </a:lvl1pPr>
          </a:lstStyle>
          <a:p>
            <a:r>
              <a:rPr lang="en-US"/>
              <a:t>Click to edit </a:t>
            </a:r>
            <a:br>
              <a:rPr lang="en-US"/>
            </a:br>
            <a:r>
              <a:rPr lang="en-US"/>
              <a:t>Master title style</a:t>
            </a:r>
          </a:p>
        </p:txBody>
      </p:sp>
      <p:sp>
        <p:nvSpPr>
          <p:cNvPr id="8" name="Subtitle 2">
            <a:extLst>
              <a:ext uri="{FF2B5EF4-FFF2-40B4-BE49-F238E27FC236}">
                <a16:creationId xmlns:a16="http://schemas.microsoft.com/office/drawing/2014/main" id="{C0DA469A-596E-5449-AB81-E9B10A84A235}"/>
              </a:ext>
            </a:extLst>
          </p:cNvPr>
          <p:cNvSpPr>
            <a:spLocks noGrp="1"/>
          </p:cNvSpPr>
          <p:nvPr>
            <p:ph type="subTitle" idx="1"/>
          </p:nvPr>
        </p:nvSpPr>
        <p:spPr>
          <a:xfrm>
            <a:off x="3644795" y="3908120"/>
            <a:ext cx="8006637" cy="1183101"/>
          </a:xfrm>
        </p:spPr>
        <p:txBody>
          <a:bodyPr>
            <a:normAutofit/>
          </a:bodyPr>
          <a:lstStyle>
            <a:lvl1pPr marL="0" indent="0" algn="l">
              <a:buNone/>
              <a:defRPr sz="2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5" name="Picture 4" descr="Logo, company name&#10;&#10;Description automatically generated">
            <a:extLst>
              <a:ext uri="{FF2B5EF4-FFF2-40B4-BE49-F238E27FC236}">
                <a16:creationId xmlns:a16="http://schemas.microsoft.com/office/drawing/2014/main" id="{AB8C6427-C6A8-8D4C-980B-6A19252C67CC}"/>
              </a:ext>
            </a:extLst>
          </p:cNvPr>
          <p:cNvPicPr>
            <a:picLocks noChangeAspect="1"/>
          </p:cNvPicPr>
          <p:nvPr userDrawn="1"/>
        </p:nvPicPr>
        <p:blipFill>
          <a:blip r:embed="rId3" r:link="rId4"/>
          <a:stretch>
            <a:fillRect/>
          </a:stretch>
        </p:blipFill>
        <p:spPr>
          <a:xfrm>
            <a:off x="540567" y="701822"/>
            <a:ext cx="2879037" cy="2879037"/>
          </a:xfrm>
          <a:prstGeom prst="rect">
            <a:avLst/>
          </a:prstGeom>
        </p:spPr>
      </p:pic>
    </p:spTree>
    <p:extLst>
      <p:ext uri="{BB962C8B-B14F-4D97-AF65-F5344CB8AC3E}">
        <p14:creationId xmlns:p14="http://schemas.microsoft.com/office/powerpoint/2010/main" val="514783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5_Title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85B8D44-21D8-864E-9E05-3A5DB5B9F76A}"/>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9019D5C-310F-F04C-ADA6-A5C5B6D3486C}"/>
              </a:ext>
            </a:extLst>
          </p:cNvPr>
          <p:cNvSpPr>
            <a:spLocks noGrp="1"/>
          </p:cNvSpPr>
          <p:nvPr>
            <p:ph type="title" hasCustomPrompt="1"/>
          </p:nvPr>
        </p:nvSpPr>
        <p:spPr>
          <a:xfrm>
            <a:off x="3644796" y="1302707"/>
            <a:ext cx="8006637" cy="2362779"/>
          </a:xfrm>
        </p:spPr>
        <p:txBody>
          <a:bodyPr>
            <a:noAutofit/>
          </a:bodyPr>
          <a:lstStyle>
            <a:lvl1pPr>
              <a:defRPr sz="6500" b="1" i="0">
                <a:solidFill>
                  <a:schemeClr val="bg1"/>
                </a:solidFill>
                <a:latin typeface="Muli ExtraBold" panose="02000503040000020004" pitchFamily="2" charset="0"/>
              </a:defRPr>
            </a:lvl1pPr>
          </a:lstStyle>
          <a:p>
            <a:r>
              <a:rPr lang="en-US"/>
              <a:t>Click to edit </a:t>
            </a:r>
            <a:br>
              <a:rPr lang="en-US"/>
            </a:br>
            <a:r>
              <a:rPr lang="en-US"/>
              <a:t>Master title style</a:t>
            </a:r>
          </a:p>
        </p:txBody>
      </p:sp>
      <p:sp>
        <p:nvSpPr>
          <p:cNvPr id="8" name="Subtitle 2">
            <a:extLst>
              <a:ext uri="{FF2B5EF4-FFF2-40B4-BE49-F238E27FC236}">
                <a16:creationId xmlns:a16="http://schemas.microsoft.com/office/drawing/2014/main" id="{C0DA469A-596E-5449-AB81-E9B10A84A235}"/>
              </a:ext>
            </a:extLst>
          </p:cNvPr>
          <p:cNvSpPr>
            <a:spLocks noGrp="1"/>
          </p:cNvSpPr>
          <p:nvPr>
            <p:ph type="subTitle" idx="1"/>
          </p:nvPr>
        </p:nvSpPr>
        <p:spPr>
          <a:xfrm>
            <a:off x="3644795" y="3908120"/>
            <a:ext cx="8006637" cy="1183101"/>
          </a:xfrm>
        </p:spPr>
        <p:txBody>
          <a:bodyPr>
            <a:normAutofit/>
          </a:bodyPr>
          <a:lstStyle>
            <a:lvl1pPr marL="0" indent="0" algn="l">
              <a:buNone/>
              <a:defRPr sz="2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5" name="Picture 4" descr="Logo, company name&#10;&#10;Description automatically generated">
            <a:extLst>
              <a:ext uri="{FF2B5EF4-FFF2-40B4-BE49-F238E27FC236}">
                <a16:creationId xmlns:a16="http://schemas.microsoft.com/office/drawing/2014/main" id="{AB8C6427-C6A8-8D4C-980B-6A19252C67CC}"/>
              </a:ext>
            </a:extLst>
          </p:cNvPr>
          <p:cNvPicPr>
            <a:picLocks noChangeAspect="1"/>
          </p:cNvPicPr>
          <p:nvPr userDrawn="1"/>
        </p:nvPicPr>
        <p:blipFill>
          <a:blip r:embed="rId3" r:link="rId4"/>
          <a:stretch>
            <a:fillRect/>
          </a:stretch>
        </p:blipFill>
        <p:spPr>
          <a:xfrm>
            <a:off x="540567" y="701822"/>
            <a:ext cx="2879037" cy="2879037"/>
          </a:xfrm>
          <a:prstGeom prst="rect">
            <a:avLst/>
          </a:prstGeom>
        </p:spPr>
      </p:pic>
    </p:spTree>
    <p:extLst>
      <p:ext uri="{BB962C8B-B14F-4D97-AF65-F5344CB8AC3E}">
        <p14:creationId xmlns:p14="http://schemas.microsoft.com/office/powerpoint/2010/main" val="37621754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6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19D5C-310F-F04C-ADA6-A5C5B6D3486C}"/>
              </a:ext>
            </a:extLst>
          </p:cNvPr>
          <p:cNvSpPr>
            <a:spLocks noGrp="1"/>
          </p:cNvSpPr>
          <p:nvPr>
            <p:ph type="title"/>
          </p:nvPr>
        </p:nvSpPr>
        <p:spPr>
          <a:xfrm>
            <a:off x="1966586" y="686487"/>
            <a:ext cx="9065591" cy="1325563"/>
          </a:xfrm>
        </p:spPr>
        <p:txBody>
          <a:bodyPr/>
          <a:lstStyle>
            <a:lvl1pPr>
              <a:defRPr b="1" i="0">
                <a:latin typeface="Muli ExtraBold" panose="02000503040000020004" pitchFamily="2" charset="0"/>
              </a:defRPr>
            </a:lvl1pPr>
          </a:lstStyle>
          <a:p>
            <a:r>
              <a:rPr lang="en-US"/>
              <a:t>Click to edit Master title style</a:t>
            </a:r>
          </a:p>
        </p:txBody>
      </p:sp>
      <p:sp>
        <p:nvSpPr>
          <p:cNvPr id="4" name="Footer Placeholder 3">
            <a:extLst>
              <a:ext uri="{FF2B5EF4-FFF2-40B4-BE49-F238E27FC236}">
                <a16:creationId xmlns:a16="http://schemas.microsoft.com/office/drawing/2014/main" id="{763B4581-B6A4-1D47-84BA-ECE4D8DA5CEC}"/>
              </a:ext>
            </a:extLst>
          </p:cNvPr>
          <p:cNvSpPr>
            <a:spLocks noGrp="1"/>
          </p:cNvSpPr>
          <p:nvPr>
            <p:ph type="ftr" sz="quarter" idx="11"/>
          </p:nvPr>
        </p:nvSpPr>
        <p:spPr/>
        <p:txBody>
          <a:bodyPr/>
          <a:lstStyle>
            <a:lvl1pPr>
              <a:defRPr sz="1000" b="0" i="0">
                <a:latin typeface="Muli Light" panose="02000503040000020004" pitchFamily="2" charset="0"/>
              </a:defRPr>
            </a:lvl1pPr>
          </a:lstStyle>
          <a:p>
            <a:endParaRPr lang="en-US"/>
          </a:p>
        </p:txBody>
      </p:sp>
      <p:sp>
        <p:nvSpPr>
          <p:cNvPr id="5" name="Slide Number Placeholder 4">
            <a:extLst>
              <a:ext uri="{FF2B5EF4-FFF2-40B4-BE49-F238E27FC236}">
                <a16:creationId xmlns:a16="http://schemas.microsoft.com/office/drawing/2014/main" id="{F0A7E31A-7427-894D-900A-69E07D818776}"/>
              </a:ext>
            </a:extLst>
          </p:cNvPr>
          <p:cNvSpPr>
            <a:spLocks noGrp="1"/>
          </p:cNvSpPr>
          <p:nvPr>
            <p:ph type="sldNum" sz="quarter" idx="12"/>
          </p:nvPr>
        </p:nvSpPr>
        <p:spPr/>
        <p:txBody>
          <a:bodyPr/>
          <a:lstStyle>
            <a:lvl1pPr>
              <a:defRPr sz="1000" b="0" i="0">
                <a:latin typeface="Muli Light" panose="02000503040000020004" pitchFamily="2" charset="0"/>
              </a:defRPr>
            </a:lvl1pPr>
          </a:lstStyle>
          <a:p>
            <a:fld id="{276EBF13-803B-6843-B1B8-EB475E94DD28}" type="slidenum">
              <a:rPr lang="en-US" smtClean="0"/>
              <a:pPr/>
              <a:t>‹#›</a:t>
            </a:fld>
            <a:endParaRPr lang="en-US"/>
          </a:p>
        </p:txBody>
      </p:sp>
      <p:pic>
        <p:nvPicPr>
          <p:cNvPr id="6" name="Picture 5">
            <a:extLst>
              <a:ext uri="{FF2B5EF4-FFF2-40B4-BE49-F238E27FC236}">
                <a16:creationId xmlns:a16="http://schemas.microsoft.com/office/drawing/2014/main" id="{13763532-D5B0-3C4A-9DB4-1CDA14EBCBD1}"/>
              </a:ext>
            </a:extLst>
          </p:cNvPr>
          <p:cNvPicPr>
            <a:picLocks noChangeAspect="1"/>
          </p:cNvPicPr>
          <p:nvPr userDrawn="1"/>
        </p:nvPicPr>
        <p:blipFill>
          <a:blip r:embed="rId2"/>
          <a:stretch>
            <a:fillRect/>
          </a:stretch>
        </p:blipFill>
        <p:spPr>
          <a:xfrm>
            <a:off x="0" y="0"/>
            <a:ext cx="1282700" cy="6858000"/>
          </a:xfrm>
          <a:prstGeom prst="rect">
            <a:avLst/>
          </a:prstGeom>
        </p:spPr>
      </p:pic>
      <p:sp>
        <p:nvSpPr>
          <p:cNvPr id="8" name="Content Placeholder 2">
            <a:extLst>
              <a:ext uri="{FF2B5EF4-FFF2-40B4-BE49-F238E27FC236}">
                <a16:creationId xmlns:a16="http://schemas.microsoft.com/office/drawing/2014/main" id="{387F516D-D9EF-DA40-BBD2-D5EC2B4435EF}"/>
              </a:ext>
            </a:extLst>
          </p:cNvPr>
          <p:cNvSpPr>
            <a:spLocks noGrp="1"/>
          </p:cNvSpPr>
          <p:nvPr>
            <p:ph idx="1"/>
          </p:nvPr>
        </p:nvSpPr>
        <p:spPr>
          <a:xfrm>
            <a:off x="1966586" y="2292263"/>
            <a:ext cx="9065591" cy="3884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descr="Icon&#10;&#10;Description automatically generated">
            <a:extLst>
              <a:ext uri="{FF2B5EF4-FFF2-40B4-BE49-F238E27FC236}">
                <a16:creationId xmlns:a16="http://schemas.microsoft.com/office/drawing/2014/main" id="{1FFBD1F4-E9C8-8242-9F45-55984B1199D8}"/>
              </a:ext>
            </a:extLst>
          </p:cNvPr>
          <p:cNvPicPr>
            <a:picLocks noChangeAspect="1"/>
          </p:cNvPicPr>
          <p:nvPr userDrawn="1"/>
        </p:nvPicPr>
        <p:blipFill>
          <a:blip r:embed="rId3" r:link="rId4"/>
          <a:stretch>
            <a:fillRect/>
          </a:stretch>
        </p:blipFill>
        <p:spPr>
          <a:xfrm>
            <a:off x="11237194" y="431944"/>
            <a:ext cx="634043" cy="634043"/>
          </a:xfrm>
          <a:prstGeom prst="rect">
            <a:avLst/>
          </a:prstGeom>
        </p:spPr>
      </p:pic>
    </p:spTree>
    <p:extLst>
      <p:ext uri="{BB962C8B-B14F-4D97-AF65-F5344CB8AC3E}">
        <p14:creationId xmlns:p14="http://schemas.microsoft.com/office/powerpoint/2010/main" val="19831553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7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19D5C-310F-F04C-ADA6-A5C5B6D3486C}"/>
              </a:ext>
            </a:extLst>
          </p:cNvPr>
          <p:cNvSpPr>
            <a:spLocks noGrp="1"/>
          </p:cNvSpPr>
          <p:nvPr>
            <p:ph type="title"/>
          </p:nvPr>
        </p:nvSpPr>
        <p:spPr>
          <a:xfrm>
            <a:off x="1966586" y="686487"/>
            <a:ext cx="8931058" cy="1325563"/>
          </a:xfrm>
        </p:spPr>
        <p:txBody>
          <a:bodyPr/>
          <a:lstStyle>
            <a:lvl1pPr>
              <a:defRPr b="1" i="0">
                <a:latin typeface="Muli ExtraBold" panose="02000503040000020004" pitchFamily="2" charset="0"/>
              </a:defRPr>
            </a:lvl1pPr>
          </a:lstStyle>
          <a:p>
            <a:r>
              <a:rPr lang="en-US"/>
              <a:t>Click to edit Master title style</a:t>
            </a:r>
          </a:p>
        </p:txBody>
      </p:sp>
      <p:sp>
        <p:nvSpPr>
          <p:cNvPr id="4" name="Footer Placeholder 3">
            <a:extLst>
              <a:ext uri="{FF2B5EF4-FFF2-40B4-BE49-F238E27FC236}">
                <a16:creationId xmlns:a16="http://schemas.microsoft.com/office/drawing/2014/main" id="{763B4581-B6A4-1D47-84BA-ECE4D8DA5CEC}"/>
              </a:ext>
            </a:extLst>
          </p:cNvPr>
          <p:cNvSpPr>
            <a:spLocks noGrp="1"/>
          </p:cNvSpPr>
          <p:nvPr>
            <p:ph type="ftr" sz="quarter" idx="11"/>
          </p:nvPr>
        </p:nvSpPr>
        <p:spPr/>
        <p:txBody>
          <a:bodyPr/>
          <a:lstStyle>
            <a:lvl1pPr>
              <a:defRPr sz="1000" b="0" i="0">
                <a:latin typeface="Muli Light" panose="02000503040000020004" pitchFamily="2" charset="0"/>
              </a:defRPr>
            </a:lvl1pPr>
          </a:lstStyle>
          <a:p>
            <a:endParaRPr lang="en-US"/>
          </a:p>
        </p:txBody>
      </p:sp>
      <p:sp>
        <p:nvSpPr>
          <p:cNvPr id="5" name="Slide Number Placeholder 4">
            <a:extLst>
              <a:ext uri="{FF2B5EF4-FFF2-40B4-BE49-F238E27FC236}">
                <a16:creationId xmlns:a16="http://schemas.microsoft.com/office/drawing/2014/main" id="{F0A7E31A-7427-894D-900A-69E07D818776}"/>
              </a:ext>
            </a:extLst>
          </p:cNvPr>
          <p:cNvSpPr>
            <a:spLocks noGrp="1"/>
          </p:cNvSpPr>
          <p:nvPr>
            <p:ph type="sldNum" sz="quarter" idx="12"/>
          </p:nvPr>
        </p:nvSpPr>
        <p:spPr/>
        <p:txBody>
          <a:bodyPr/>
          <a:lstStyle>
            <a:lvl1pPr>
              <a:defRPr sz="1000" b="0" i="0">
                <a:latin typeface="Muli Light" panose="02000503040000020004" pitchFamily="2" charset="0"/>
              </a:defRPr>
            </a:lvl1pPr>
          </a:lstStyle>
          <a:p>
            <a:fld id="{276EBF13-803B-6843-B1B8-EB475E94DD28}" type="slidenum">
              <a:rPr lang="en-US" smtClean="0"/>
              <a:pPr/>
              <a:t>‹#›</a:t>
            </a:fld>
            <a:endParaRPr lang="en-US"/>
          </a:p>
        </p:txBody>
      </p:sp>
      <p:sp>
        <p:nvSpPr>
          <p:cNvPr id="8" name="Content Placeholder 2">
            <a:extLst>
              <a:ext uri="{FF2B5EF4-FFF2-40B4-BE49-F238E27FC236}">
                <a16:creationId xmlns:a16="http://schemas.microsoft.com/office/drawing/2014/main" id="{387F516D-D9EF-DA40-BBD2-D5EC2B4435EF}"/>
              </a:ext>
            </a:extLst>
          </p:cNvPr>
          <p:cNvSpPr>
            <a:spLocks noGrp="1"/>
          </p:cNvSpPr>
          <p:nvPr>
            <p:ph idx="1"/>
          </p:nvPr>
        </p:nvSpPr>
        <p:spPr>
          <a:xfrm>
            <a:off x="1966586" y="2292263"/>
            <a:ext cx="8931058" cy="3884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a:extLst>
              <a:ext uri="{FF2B5EF4-FFF2-40B4-BE49-F238E27FC236}">
                <a16:creationId xmlns:a16="http://schemas.microsoft.com/office/drawing/2014/main" id="{4143EBF8-B3AE-9343-A59A-D7B310DE424B}"/>
              </a:ext>
            </a:extLst>
          </p:cNvPr>
          <p:cNvPicPr>
            <a:picLocks noChangeAspect="1"/>
          </p:cNvPicPr>
          <p:nvPr userDrawn="1"/>
        </p:nvPicPr>
        <p:blipFill>
          <a:blip r:embed="rId2"/>
          <a:stretch>
            <a:fillRect/>
          </a:stretch>
        </p:blipFill>
        <p:spPr>
          <a:xfrm>
            <a:off x="0" y="0"/>
            <a:ext cx="1282700" cy="6858000"/>
          </a:xfrm>
          <a:prstGeom prst="rect">
            <a:avLst/>
          </a:prstGeom>
        </p:spPr>
      </p:pic>
      <p:pic>
        <p:nvPicPr>
          <p:cNvPr id="9" name="Picture 8" descr="Icon&#10;&#10;Description automatically generated">
            <a:extLst>
              <a:ext uri="{FF2B5EF4-FFF2-40B4-BE49-F238E27FC236}">
                <a16:creationId xmlns:a16="http://schemas.microsoft.com/office/drawing/2014/main" id="{1FB037C5-C1BB-A949-8080-D55C4BF52DB1}"/>
              </a:ext>
            </a:extLst>
          </p:cNvPr>
          <p:cNvPicPr>
            <a:picLocks noChangeAspect="1"/>
          </p:cNvPicPr>
          <p:nvPr userDrawn="1"/>
        </p:nvPicPr>
        <p:blipFill>
          <a:blip r:embed="rId3" r:link="rId4"/>
          <a:stretch>
            <a:fillRect/>
          </a:stretch>
        </p:blipFill>
        <p:spPr>
          <a:xfrm>
            <a:off x="11237194" y="431944"/>
            <a:ext cx="634043" cy="634043"/>
          </a:xfrm>
          <a:prstGeom prst="rect">
            <a:avLst/>
          </a:prstGeom>
        </p:spPr>
      </p:pic>
    </p:spTree>
    <p:extLst>
      <p:ext uri="{BB962C8B-B14F-4D97-AF65-F5344CB8AC3E}">
        <p14:creationId xmlns:p14="http://schemas.microsoft.com/office/powerpoint/2010/main" val="237212831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8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19D5C-310F-F04C-ADA6-A5C5B6D3486C}"/>
              </a:ext>
            </a:extLst>
          </p:cNvPr>
          <p:cNvSpPr>
            <a:spLocks noGrp="1"/>
          </p:cNvSpPr>
          <p:nvPr>
            <p:ph type="title"/>
          </p:nvPr>
        </p:nvSpPr>
        <p:spPr>
          <a:xfrm>
            <a:off x="1016560" y="686487"/>
            <a:ext cx="7854308" cy="1325563"/>
          </a:xfrm>
        </p:spPr>
        <p:txBody>
          <a:bodyPr/>
          <a:lstStyle>
            <a:lvl1pPr>
              <a:defRPr b="1" i="0">
                <a:latin typeface="Muli ExtraBold" panose="02000503040000020004" pitchFamily="2" charset="0"/>
              </a:defRPr>
            </a:lvl1pPr>
          </a:lstStyle>
          <a:p>
            <a:r>
              <a:rPr lang="en-US"/>
              <a:t>Click to edit Master title style</a:t>
            </a:r>
          </a:p>
        </p:txBody>
      </p:sp>
      <p:pic>
        <p:nvPicPr>
          <p:cNvPr id="6" name="Picture 5">
            <a:extLst>
              <a:ext uri="{FF2B5EF4-FFF2-40B4-BE49-F238E27FC236}">
                <a16:creationId xmlns:a16="http://schemas.microsoft.com/office/drawing/2014/main" id="{13763532-D5B0-3C4A-9DB4-1CDA14EBCBD1}"/>
              </a:ext>
            </a:extLst>
          </p:cNvPr>
          <p:cNvPicPr>
            <a:picLocks noChangeAspect="1"/>
          </p:cNvPicPr>
          <p:nvPr userDrawn="1"/>
        </p:nvPicPr>
        <p:blipFill>
          <a:blip r:embed="rId2"/>
          <a:stretch>
            <a:fillRect/>
          </a:stretch>
        </p:blipFill>
        <p:spPr>
          <a:xfrm>
            <a:off x="9357756" y="0"/>
            <a:ext cx="2834244" cy="6858000"/>
          </a:xfrm>
          <a:prstGeom prst="rect">
            <a:avLst/>
          </a:prstGeom>
        </p:spPr>
      </p:pic>
      <p:sp>
        <p:nvSpPr>
          <p:cNvPr id="8" name="Content Placeholder 2">
            <a:extLst>
              <a:ext uri="{FF2B5EF4-FFF2-40B4-BE49-F238E27FC236}">
                <a16:creationId xmlns:a16="http://schemas.microsoft.com/office/drawing/2014/main" id="{387F516D-D9EF-DA40-BBD2-D5EC2B4435EF}"/>
              </a:ext>
            </a:extLst>
          </p:cNvPr>
          <p:cNvSpPr>
            <a:spLocks noGrp="1"/>
          </p:cNvSpPr>
          <p:nvPr>
            <p:ph idx="1"/>
          </p:nvPr>
        </p:nvSpPr>
        <p:spPr>
          <a:xfrm>
            <a:off x="1016560" y="2292263"/>
            <a:ext cx="7854308" cy="3884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617045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9_Title Only">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CC4D1FF-2127-6546-A25F-69C1617DC397}"/>
              </a:ext>
            </a:extLst>
          </p:cNvPr>
          <p:cNvPicPr>
            <a:picLocks noChangeAspect="1"/>
          </p:cNvPicPr>
          <p:nvPr userDrawn="1"/>
        </p:nvPicPr>
        <p:blipFill>
          <a:blip r:embed="rId2"/>
          <a:stretch>
            <a:fillRect/>
          </a:stretch>
        </p:blipFill>
        <p:spPr>
          <a:xfrm>
            <a:off x="9357756" y="0"/>
            <a:ext cx="2834244" cy="6858000"/>
          </a:xfrm>
          <a:prstGeom prst="rect">
            <a:avLst/>
          </a:prstGeom>
        </p:spPr>
      </p:pic>
      <p:sp>
        <p:nvSpPr>
          <p:cNvPr id="2" name="Title 1">
            <a:extLst>
              <a:ext uri="{FF2B5EF4-FFF2-40B4-BE49-F238E27FC236}">
                <a16:creationId xmlns:a16="http://schemas.microsoft.com/office/drawing/2014/main" id="{B9019D5C-310F-F04C-ADA6-A5C5B6D3486C}"/>
              </a:ext>
            </a:extLst>
          </p:cNvPr>
          <p:cNvSpPr>
            <a:spLocks noGrp="1"/>
          </p:cNvSpPr>
          <p:nvPr>
            <p:ph type="title"/>
          </p:nvPr>
        </p:nvSpPr>
        <p:spPr>
          <a:xfrm>
            <a:off x="1016560" y="686487"/>
            <a:ext cx="7854308" cy="1325563"/>
          </a:xfrm>
        </p:spPr>
        <p:txBody>
          <a:bodyPr/>
          <a:lstStyle>
            <a:lvl1pPr>
              <a:defRPr b="1" i="0">
                <a:latin typeface="Muli ExtraBold" panose="02000503040000020004" pitchFamily="2" charset="0"/>
              </a:defRPr>
            </a:lvl1pPr>
          </a:lstStyle>
          <a:p>
            <a:r>
              <a:rPr lang="en-US"/>
              <a:t>Click to edit Master title style</a:t>
            </a:r>
          </a:p>
        </p:txBody>
      </p:sp>
      <p:sp>
        <p:nvSpPr>
          <p:cNvPr id="8" name="Content Placeholder 2">
            <a:extLst>
              <a:ext uri="{FF2B5EF4-FFF2-40B4-BE49-F238E27FC236}">
                <a16:creationId xmlns:a16="http://schemas.microsoft.com/office/drawing/2014/main" id="{387F516D-D9EF-DA40-BBD2-D5EC2B4435EF}"/>
              </a:ext>
            </a:extLst>
          </p:cNvPr>
          <p:cNvSpPr>
            <a:spLocks noGrp="1"/>
          </p:cNvSpPr>
          <p:nvPr>
            <p:ph idx="1"/>
          </p:nvPr>
        </p:nvSpPr>
        <p:spPr>
          <a:xfrm>
            <a:off x="1016560" y="2292263"/>
            <a:ext cx="7854308" cy="3884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494263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0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19D5C-310F-F04C-ADA6-A5C5B6D3486C}"/>
              </a:ext>
            </a:extLst>
          </p:cNvPr>
          <p:cNvSpPr>
            <a:spLocks noGrp="1"/>
          </p:cNvSpPr>
          <p:nvPr>
            <p:ph type="title"/>
          </p:nvPr>
        </p:nvSpPr>
        <p:spPr>
          <a:xfrm>
            <a:off x="1027134" y="686487"/>
            <a:ext cx="9870510" cy="1325563"/>
          </a:xfrm>
        </p:spPr>
        <p:txBody>
          <a:bodyPr/>
          <a:lstStyle>
            <a:lvl1pPr>
              <a:defRPr b="1" i="0">
                <a:latin typeface="Muli ExtraBold" panose="02000503040000020004" pitchFamily="2" charset="0"/>
              </a:defRPr>
            </a:lvl1pPr>
          </a:lstStyle>
          <a:p>
            <a:r>
              <a:rPr lang="en-US"/>
              <a:t>Click to edit Master title style</a:t>
            </a:r>
          </a:p>
        </p:txBody>
      </p:sp>
      <p:sp>
        <p:nvSpPr>
          <p:cNvPr id="4" name="Footer Placeholder 3">
            <a:extLst>
              <a:ext uri="{FF2B5EF4-FFF2-40B4-BE49-F238E27FC236}">
                <a16:creationId xmlns:a16="http://schemas.microsoft.com/office/drawing/2014/main" id="{763B4581-B6A4-1D47-84BA-ECE4D8DA5CEC}"/>
              </a:ext>
            </a:extLst>
          </p:cNvPr>
          <p:cNvSpPr>
            <a:spLocks noGrp="1"/>
          </p:cNvSpPr>
          <p:nvPr>
            <p:ph type="ftr" sz="quarter" idx="11"/>
          </p:nvPr>
        </p:nvSpPr>
        <p:spPr/>
        <p:txBody>
          <a:bodyPr/>
          <a:lstStyle>
            <a:lvl1pPr>
              <a:defRPr sz="1000" b="0" i="0">
                <a:latin typeface="Muli Light" panose="02000503040000020004" pitchFamily="2" charset="0"/>
              </a:defRPr>
            </a:lvl1pPr>
          </a:lstStyle>
          <a:p>
            <a:endParaRPr lang="en-US"/>
          </a:p>
        </p:txBody>
      </p:sp>
      <p:sp>
        <p:nvSpPr>
          <p:cNvPr id="5" name="Slide Number Placeholder 4">
            <a:extLst>
              <a:ext uri="{FF2B5EF4-FFF2-40B4-BE49-F238E27FC236}">
                <a16:creationId xmlns:a16="http://schemas.microsoft.com/office/drawing/2014/main" id="{F0A7E31A-7427-894D-900A-69E07D818776}"/>
              </a:ext>
            </a:extLst>
          </p:cNvPr>
          <p:cNvSpPr>
            <a:spLocks noGrp="1"/>
          </p:cNvSpPr>
          <p:nvPr>
            <p:ph type="sldNum" sz="quarter" idx="12"/>
          </p:nvPr>
        </p:nvSpPr>
        <p:spPr/>
        <p:txBody>
          <a:bodyPr/>
          <a:lstStyle>
            <a:lvl1pPr>
              <a:defRPr sz="1000" b="0" i="0">
                <a:latin typeface="Muli Light" panose="02000503040000020004" pitchFamily="2" charset="0"/>
              </a:defRPr>
            </a:lvl1pPr>
          </a:lstStyle>
          <a:p>
            <a:fld id="{276EBF13-803B-6843-B1B8-EB475E94DD28}" type="slidenum">
              <a:rPr lang="en-US" smtClean="0"/>
              <a:pPr/>
              <a:t>‹#›</a:t>
            </a:fld>
            <a:endParaRPr lang="en-US"/>
          </a:p>
        </p:txBody>
      </p:sp>
      <p:sp>
        <p:nvSpPr>
          <p:cNvPr id="8" name="Content Placeholder 2">
            <a:extLst>
              <a:ext uri="{FF2B5EF4-FFF2-40B4-BE49-F238E27FC236}">
                <a16:creationId xmlns:a16="http://schemas.microsoft.com/office/drawing/2014/main" id="{387F516D-D9EF-DA40-BBD2-D5EC2B4435EF}"/>
              </a:ext>
            </a:extLst>
          </p:cNvPr>
          <p:cNvSpPr>
            <a:spLocks noGrp="1"/>
          </p:cNvSpPr>
          <p:nvPr>
            <p:ph idx="1"/>
          </p:nvPr>
        </p:nvSpPr>
        <p:spPr>
          <a:xfrm>
            <a:off x="1027134" y="2292263"/>
            <a:ext cx="9870510" cy="3884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descr="Icon&#10;&#10;Description automatically generated">
            <a:extLst>
              <a:ext uri="{FF2B5EF4-FFF2-40B4-BE49-F238E27FC236}">
                <a16:creationId xmlns:a16="http://schemas.microsoft.com/office/drawing/2014/main" id="{1FB037C5-C1BB-A949-8080-D55C4BF52DB1}"/>
              </a:ext>
            </a:extLst>
          </p:cNvPr>
          <p:cNvPicPr>
            <a:picLocks noChangeAspect="1"/>
          </p:cNvPicPr>
          <p:nvPr userDrawn="1"/>
        </p:nvPicPr>
        <p:blipFill>
          <a:blip r:embed="rId2" r:link="rId3"/>
          <a:stretch>
            <a:fillRect/>
          </a:stretch>
        </p:blipFill>
        <p:spPr>
          <a:xfrm>
            <a:off x="11237194" y="431944"/>
            <a:ext cx="634043" cy="634043"/>
          </a:xfrm>
          <a:prstGeom prst="rect">
            <a:avLst/>
          </a:prstGeom>
        </p:spPr>
      </p:pic>
      <p:pic>
        <p:nvPicPr>
          <p:cNvPr id="6" name="Picture 5">
            <a:extLst>
              <a:ext uri="{FF2B5EF4-FFF2-40B4-BE49-F238E27FC236}">
                <a16:creationId xmlns:a16="http://schemas.microsoft.com/office/drawing/2014/main" id="{AB382D6F-B08D-9148-8B29-BA8B5723F3DD}"/>
              </a:ext>
            </a:extLst>
          </p:cNvPr>
          <p:cNvPicPr>
            <a:picLocks noChangeAspect="1"/>
          </p:cNvPicPr>
          <p:nvPr userDrawn="1"/>
        </p:nvPicPr>
        <p:blipFill>
          <a:blip r:embed="rId4"/>
          <a:stretch>
            <a:fillRect/>
          </a:stretch>
        </p:blipFill>
        <p:spPr>
          <a:xfrm>
            <a:off x="11734800" y="3530600"/>
            <a:ext cx="457200" cy="3327400"/>
          </a:xfrm>
          <a:prstGeom prst="rect">
            <a:avLst/>
          </a:prstGeom>
        </p:spPr>
      </p:pic>
    </p:spTree>
    <p:extLst>
      <p:ext uri="{BB962C8B-B14F-4D97-AF65-F5344CB8AC3E}">
        <p14:creationId xmlns:p14="http://schemas.microsoft.com/office/powerpoint/2010/main" val="283861134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19D5C-310F-F04C-ADA6-A5C5B6D3486C}"/>
              </a:ext>
            </a:extLst>
          </p:cNvPr>
          <p:cNvSpPr>
            <a:spLocks noGrp="1"/>
          </p:cNvSpPr>
          <p:nvPr>
            <p:ph type="title"/>
          </p:nvPr>
        </p:nvSpPr>
        <p:spPr>
          <a:xfrm>
            <a:off x="1027134" y="686487"/>
            <a:ext cx="9870510" cy="1325563"/>
          </a:xfrm>
        </p:spPr>
        <p:txBody>
          <a:bodyPr/>
          <a:lstStyle>
            <a:lvl1pPr>
              <a:defRPr b="1" i="0">
                <a:latin typeface="Muli ExtraBold" panose="02000503040000020004" pitchFamily="2" charset="0"/>
              </a:defRPr>
            </a:lvl1pPr>
          </a:lstStyle>
          <a:p>
            <a:r>
              <a:rPr lang="en-US"/>
              <a:t>Click to edit Master title style</a:t>
            </a:r>
          </a:p>
        </p:txBody>
      </p:sp>
      <p:sp>
        <p:nvSpPr>
          <p:cNvPr id="4" name="Footer Placeholder 3">
            <a:extLst>
              <a:ext uri="{FF2B5EF4-FFF2-40B4-BE49-F238E27FC236}">
                <a16:creationId xmlns:a16="http://schemas.microsoft.com/office/drawing/2014/main" id="{763B4581-B6A4-1D47-84BA-ECE4D8DA5CEC}"/>
              </a:ext>
            </a:extLst>
          </p:cNvPr>
          <p:cNvSpPr>
            <a:spLocks noGrp="1"/>
          </p:cNvSpPr>
          <p:nvPr>
            <p:ph type="ftr" sz="quarter" idx="11"/>
          </p:nvPr>
        </p:nvSpPr>
        <p:spPr/>
        <p:txBody>
          <a:bodyPr/>
          <a:lstStyle>
            <a:lvl1pPr>
              <a:defRPr sz="1000" b="0" i="0">
                <a:latin typeface="Muli Light" panose="02000503040000020004" pitchFamily="2" charset="0"/>
              </a:defRPr>
            </a:lvl1pPr>
          </a:lstStyle>
          <a:p>
            <a:endParaRPr lang="en-US"/>
          </a:p>
        </p:txBody>
      </p:sp>
      <p:sp>
        <p:nvSpPr>
          <p:cNvPr id="5" name="Slide Number Placeholder 4">
            <a:extLst>
              <a:ext uri="{FF2B5EF4-FFF2-40B4-BE49-F238E27FC236}">
                <a16:creationId xmlns:a16="http://schemas.microsoft.com/office/drawing/2014/main" id="{F0A7E31A-7427-894D-900A-69E07D818776}"/>
              </a:ext>
            </a:extLst>
          </p:cNvPr>
          <p:cNvSpPr>
            <a:spLocks noGrp="1"/>
          </p:cNvSpPr>
          <p:nvPr>
            <p:ph type="sldNum" sz="quarter" idx="12"/>
          </p:nvPr>
        </p:nvSpPr>
        <p:spPr/>
        <p:txBody>
          <a:bodyPr/>
          <a:lstStyle>
            <a:lvl1pPr>
              <a:defRPr sz="1000" b="0" i="0">
                <a:latin typeface="Muli Light" panose="02000503040000020004" pitchFamily="2" charset="0"/>
              </a:defRPr>
            </a:lvl1pPr>
          </a:lstStyle>
          <a:p>
            <a:fld id="{276EBF13-803B-6843-B1B8-EB475E94DD28}" type="slidenum">
              <a:rPr lang="en-US" smtClean="0"/>
              <a:pPr/>
              <a:t>‹#›</a:t>
            </a:fld>
            <a:endParaRPr lang="en-US"/>
          </a:p>
        </p:txBody>
      </p:sp>
      <p:sp>
        <p:nvSpPr>
          <p:cNvPr id="8" name="Content Placeholder 2">
            <a:extLst>
              <a:ext uri="{FF2B5EF4-FFF2-40B4-BE49-F238E27FC236}">
                <a16:creationId xmlns:a16="http://schemas.microsoft.com/office/drawing/2014/main" id="{387F516D-D9EF-DA40-BBD2-D5EC2B4435EF}"/>
              </a:ext>
            </a:extLst>
          </p:cNvPr>
          <p:cNvSpPr>
            <a:spLocks noGrp="1"/>
          </p:cNvSpPr>
          <p:nvPr>
            <p:ph idx="1"/>
          </p:nvPr>
        </p:nvSpPr>
        <p:spPr>
          <a:xfrm>
            <a:off x="1027134" y="2292263"/>
            <a:ext cx="9870510" cy="3884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descr="Icon&#10;&#10;Description automatically generated">
            <a:extLst>
              <a:ext uri="{FF2B5EF4-FFF2-40B4-BE49-F238E27FC236}">
                <a16:creationId xmlns:a16="http://schemas.microsoft.com/office/drawing/2014/main" id="{1FB037C5-C1BB-A949-8080-D55C4BF52DB1}"/>
              </a:ext>
            </a:extLst>
          </p:cNvPr>
          <p:cNvPicPr>
            <a:picLocks noChangeAspect="1"/>
          </p:cNvPicPr>
          <p:nvPr userDrawn="1"/>
        </p:nvPicPr>
        <p:blipFill>
          <a:blip r:embed="rId2" r:link="rId3"/>
          <a:stretch>
            <a:fillRect/>
          </a:stretch>
        </p:blipFill>
        <p:spPr>
          <a:xfrm>
            <a:off x="11237194" y="431944"/>
            <a:ext cx="634043" cy="634043"/>
          </a:xfrm>
          <a:prstGeom prst="rect">
            <a:avLst/>
          </a:prstGeom>
        </p:spPr>
      </p:pic>
      <p:pic>
        <p:nvPicPr>
          <p:cNvPr id="3" name="Picture 2">
            <a:extLst>
              <a:ext uri="{FF2B5EF4-FFF2-40B4-BE49-F238E27FC236}">
                <a16:creationId xmlns:a16="http://schemas.microsoft.com/office/drawing/2014/main" id="{FD7CFA33-B6B5-A14F-A229-04B3AA56964F}"/>
              </a:ext>
            </a:extLst>
          </p:cNvPr>
          <p:cNvPicPr>
            <a:picLocks noChangeAspect="1"/>
          </p:cNvPicPr>
          <p:nvPr userDrawn="1"/>
        </p:nvPicPr>
        <p:blipFill>
          <a:blip r:embed="rId4"/>
          <a:stretch>
            <a:fillRect/>
          </a:stretch>
        </p:blipFill>
        <p:spPr>
          <a:xfrm>
            <a:off x="11734800" y="3530600"/>
            <a:ext cx="457200" cy="3327400"/>
          </a:xfrm>
          <a:prstGeom prst="rect">
            <a:avLst/>
          </a:prstGeom>
        </p:spPr>
      </p:pic>
    </p:spTree>
    <p:extLst>
      <p:ext uri="{BB962C8B-B14F-4D97-AF65-F5344CB8AC3E}">
        <p14:creationId xmlns:p14="http://schemas.microsoft.com/office/powerpoint/2010/main" val="384775936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2_Title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85B8D44-21D8-864E-9E05-3A5DB5B9F76A}"/>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5" name="Picture 4" descr="Logo, company name&#10;&#10;Description automatically generated">
            <a:extLst>
              <a:ext uri="{FF2B5EF4-FFF2-40B4-BE49-F238E27FC236}">
                <a16:creationId xmlns:a16="http://schemas.microsoft.com/office/drawing/2014/main" id="{AB8C6427-C6A8-8D4C-980B-6A19252C67CC}"/>
              </a:ext>
            </a:extLst>
          </p:cNvPr>
          <p:cNvPicPr>
            <a:picLocks noChangeAspect="1"/>
          </p:cNvPicPr>
          <p:nvPr userDrawn="1"/>
        </p:nvPicPr>
        <p:blipFill>
          <a:blip r:embed="rId3" r:link="rId4"/>
          <a:stretch>
            <a:fillRect/>
          </a:stretch>
        </p:blipFill>
        <p:spPr>
          <a:xfrm>
            <a:off x="789950" y="867417"/>
            <a:ext cx="4423318" cy="4423318"/>
          </a:xfrm>
          <a:prstGeom prst="rect">
            <a:avLst/>
          </a:prstGeom>
        </p:spPr>
      </p:pic>
      <p:sp>
        <p:nvSpPr>
          <p:cNvPr id="7" name="TextBox 6">
            <a:extLst>
              <a:ext uri="{FF2B5EF4-FFF2-40B4-BE49-F238E27FC236}">
                <a16:creationId xmlns:a16="http://schemas.microsoft.com/office/drawing/2014/main" id="{CC85575E-67A5-3C43-A0D0-322AC6FBE4F5}"/>
              </a:ext>
            </a:extLst>
          </p:cNvPr>
          <p:cNvSpPr txBox="1"/>
          <p:nvPr userDrawn="1"/>
        </p:nvSpPr>
        <p:spPr>
          <a:xfrm>
            <a:off x="6531428" y="1389523"/>
            <a:ext cx="5403273" cy="3539430"/>
          </a:xfrm>
          <a:prstGeom prst="rect">
            <a:avLst/>
          </a:prstGeom>
          <a:noFill/>
        </p:spPr>
        <p:txBody>
          <a:bodyPr wrap="square" rtlCol="0">
            <a:spAutoFit/>
          </a:bodyPr>
          <a:lstStyle/>
          <a:p>
            <a:pPr algn="l"/>
            <a:r>
              <a:rPr lang="en-CA" sz="6200" b="0" i="0" u="none" strike="noStrike" kern="1200" baseline="0">
                <a:solidFill>
                  <a:schemeClr val="bg1"/>
                </a:solidFill>
                <a:latin typeface="Muli" panose="02000503040000020004" pitchFamily="2" charset="0"/>
                <a:ea typeface="+mn-ea"/>
                <a:cs typeface="Arial" panose="020B0604020202020204" pitchFamily="34" charset="0"/>
              </a:rPr>
              <a:t>QUESTIONS?</a:t>
            </a:r>
          </a:p>
          <a:p>
            <a:pPr algn="l"/>
            <a:endParaRPr lang="en-CA" sz="1800" b="0" i="0" u="none" strike="noStrike" kern="1200" baseline="0">
              <a:solidFill>
                <a:schemeClr val="bg1"/>
              </a:solidFill>
              <a:latin typeface="Muli" panose="02000503040000020004" pitchFamily="2" charset="0"/>
              <a:ea typeface="+mn-ea"/>
              <a:cs typeface="Arial" panose="020B0604020202020204" pitchFamily="34" charset="0"/>
            </a:endParaRPr>
          </a:p>
          <a:p>
            <a:pPr algn="l"/>
            <a:r>
              <a:rPr lang="en-CA" sz="2400" b="0" i="0" u="none" strike="noStrike" kern="1200" baseline="0">
                <a:solidFill>
                  <a:schemeClr val="bg1"/>
                </a:solidFill>
                <a:latin typeface="Muli" panose="02000503040000020004" pitchFamily="2" charset="0"/>
                <a:ea typeface="+mn-ea"/>
                <a:cs typeface="Arial" panose="020B0604020202020204" pitchFamily="34" charset="0"/>
              </a:rPr>
              <a:t>10232 112 Street NW</a:t>
            </a:r>
          </a:p>
          <a:p>
            <a:pPr algn="l"/>
            <a:r>
              <a:rPr lang="en-CA" sz="2400" b="0" i="0" u="none" strike="noStrike" kern="1200" baseline="0">
                <a:solidFill>
                  <a:schemeClr val="bg1"/>
                </a:solidFill>
                <a:latin typeface="Muli" panose="02000503040000020004" pitchFamily="2" charset="0"/>
                <a:ea typeface="+mn-ea"/>
                <a:cs typeface="Arial" panose="020B0604020202020204" pitchFamily="34" charset="0"/>
              </a:rPr>
              <a:t>Edmonton, Alberta  T5K 1M4</a:t>
            </a:r>
          </a:p>
          <a:p>
            <a:pPr algn="l"/>
            <a:endParaRPr lang="en-CA" sz="2400" b="0" i="0" u="none" strike="noStrike" kern="1200" baseline="0">
              <a:solidFill>
                <a:schemeClr val="bg1"/>
              </a:solidFill>
              <a:latin typeface="Muli" panose="02000503040000020004" pitchFamily="2" charset="0"/>
              <a:ea typeface="+mn-ea"/>
              <a:cs typeface="Arial" panose="020B0604020202020204" pitchFamily="34" charset="0"/>
            </a:endParaRPr>
          </a:p>
          <a:p>
            <a:pPr algn="l"/>
            <a:r>
              <a:rPr lang="en-CA" sz="2400" b="0" i="0" u="none" strike="noStrike" kern="1200" baseline="0">
                <a:solidFill>
                  <a:schemeClr val="bg1"/>
                </a:solidFill>
                <a:latin typeface="Muli" panose="02000503040000020004" pitchFamily="2" charset="0"/>
                <a:ea typeface="+mn-ea"/>
                <a:cs typeface="Arial" panose="020B0604020202020204" pitchFamily="34" charset="0"/>
              </a:rPr>
              <a:t>780-420-6161</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2400" b="0" i="0" u="none" strike="noStrike" kern="1200" baseline="0">
                <a:solidFill>
                  <a:schemeClr val="bg1"/>
                </a:solidFill>
                <a:latin typeface="Muli" panose="02000503040000020004" pitchFamily="2" charset="0"/>
                <a:ea typeface="+mn-ea"/>
                <a:cs typeface="Arial" panose="020B0604020202020204" pitchFamily="34" charset="0"/>
              </a:rPr>
              <a:t>help@civida.ca</a:t>
            </a:r>
          </a:p>
          <a:p>
            <a:pPr algn="l"/>
            <a:r>
              <a:rPr lang="en-CA" sz="2400" b="0" i="0" u="none" strike="noStrike" kern="1200" baseline="0">
                <a:solidFill>
                  <a:schemeClr val="bg1"/>
                </a:solidFill>
                <a:latin typeface="Muli" panose="02000503040000020004" pitchFamily="2" charset="0"/>
                <a:ea typeface="+mn-ea"/>
                <a:cs typeface="Arial" panose="020B0604020202020204" pitchFamily="34" charset="0"/>
              </a:rPr>
              <a:t>www.civida.ca</a:t>
            </a:r>
          </a:p>
        </p:txBody>
      </p:sp>
    </p:spTree>
    <p:extLst>
      <p:ext uri="{BB962C8B-B14F-4D97-AF65-F5344CB8AC3E}">
        <p14:creationId xmlns:p14="http://schemas.microsoft.com/office/powerpoint/2010/main" val="247512655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3_Title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85B8D44-21D8-864E-9E05-3A5DB5B9F76A}"/>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5" name="Picture 4" descr="Logo, company name&#10;&#10;Description automatically generated">
            <a:extLst>
              <a:ext uri="{FF2B5EF4-FFF2-40B4-BE49-F238E27FC236}">
                <a16:creationId xmlns:a16="http://schemas.microsoft.com/office/drawing/2014/main" id="{AB8C6427-C6A8-8D4C-980B-6A19252C67CC}"/>
              </a:ext>
            </a:extLst>
          </p:cNvPr>
          <p:cNvPicPr>
            <a:picLocks noChangeAspect="1"/>
          </p:cNvPicPr>
          <p:nvPr userDrawn="1"/>
        </p:nvPicPr>
        <p:blipFill>
          <a:blip r:embed="rId3" r:link="rId4"/>
          <a:stretch>
            <a:fillRect/>
          </a:stretch>
        </p:blipFill>
        <p:spPr>
          <a:xfrm>
            <a:off x="1781298" y="493104"/>
            <a:ext cx="3740728" cy="3740728"/>
          </a:xfrm>
          <a:prstGeom prst="rect">
            <a:avLst/>
          </a:prstGeom>
        </p:spPr>
      </p:pic>
      <p:sp>
        <p:nvSpPr>
          <p:cNvPr id="7" name="TextBox 6">
            <a:extLst>
              <a:ext uri="{FF2B5EF4-FFF2-40B4-BE49-F238E27FC236}">
                <a16:creationId xmlns:a16="http://schemas.microsoft.com/office/drawing/2014/main" id="{CC85575E-67A5-3C43-A0D0-322AC6FBE4F5}"/>
              </a:ext>
            </a:extLst>
          </p:cNvPr>
          <p:cNvSpPr txBox="1"/>
          <p:nvPr userDrawn="1"/>
        </p:nvSpPr>
        <p:spPr>
          <a:xfrm>
            <a:off x="1217459" y="4213629"/>
            <a:ext cx="10438410" cy="2015936"/>
          </a:xfrm>
          <a:prstGeom prst="rect">
            <a:avLst/>
          </a:prstGeom>
          <a:noFill/>
        </p:spPr>
        <p:txBody>
          <a:bodyPr wrap="square" rtlCol="0">
            <a:spAutoFit/>
          </a:bodyPr>
          <a:lstStyle/>
          <a:p>
            <a:pPr algn="l"/>
            <a:r>
              <a:rPr lang="en-CA" sz="12500" b="0" i="0" u="none" strike="noStrike" kern="1200" baseline="0">
                <a:solidFill>
                  <a:schemeClr val="bg1">
                    <a:alpha val="39000"/>
                  </a:schemeClr>
                </a:solidFill>
                <a:latin typeface="Muli" panose="02000503040000020004" pitchFamily="2" charset="0"/>
                <a:ea typeface="+mn-ea"/>
                <a:cs typeface="Arial" panose="020B0604020202020204" pitchFamily="34" charset="0"/>
              </a:rPr>
              <a:t>QUESTIONS?</a:t>
            </a:r>
          </a:p>
        </p:txBody>
      </p:sp>
      <p:sp>
        <p:nvSpPr>
          <p:cNvPr id="8" name="TextBox 7">
            <a:extLst>
              <a:ext uri="{FF2B5EF4-FFF2-40B4-BE49-F238E27FC236}">
                <a16:creationId xmlns:a16="http://schemas.microsoft.com/office/drawing/2014/main" id="{80F887CA-9DE5-D54C-ABC8-7F733DA217BC}"/>
              </a:ext>
            </a:extLst>
          </p:cNvPr>
          <p:cNvSpPr txBox="1"/>
          <p:nvPr userDrawn="1"/>
        </p:nvSpPr>
        <p:spPr>
          <a:xfrm>
            <a:off x="8439156" y="1276870"/>
            <a:ext cx="5403273" cy="2308324"/>
          </a:xfrm>
          <a:prstGeom prst="rect">
            <a:avLst/>
          </a:prstGeom>
          <a:noFill/>
        </p:spPr>
        <p:txBody>
          <a:bodyPr wrap="square" rtlCol="0">
            <a:spAutoFit/>
          </a:bodyPr>
          <a:lstStyle/>
          <a:p>
            <a:pPr algn="l"/>
            <a:r>
              <a:rPr lang="en-CA" sz="2400" b="0" i="0" u="none" strike="noStrike" kern="1200" baseline="0">
                <a:solidFill>
                  <a:schemeClr val="bg1"/>
                </a:solidFill>
                <a:latin typeface="Muli" panose="02000503040000020004" pitchFamily="2" charset="0"/>
                <a:ea typeface="+mn-ea"/>
                <a:cs typeface="Arial" panose="020B0604020202020204" pitchFamily="34" charset="0"/>
              </a:rPr>
              <a:t>10232 112 Street NW</a:t>
            </a:r>
          </a:p>
          <a:p>
            <a:pPr algn="l"/>
            <a:r>
              <a:rPr lang="en-CA" sz="2400" b="0" i="0" u="none" strike="noStrike" kern="1200" baseline="0">
                <a:solidFill>
                  <a:schemeClr val="bg1"/>
                </a:solidFill>
                <a:latin typeface="Muli" panose="02000503040000020004" pitchFamily="2" charset="0"/>
                <a:ea typeface="+mn-ea"/>
                <a:cs typeface="Arial" panose="020B0604020202020204" pitchFamily="34" charset="0"/>
              </a:rPr>
              <a:t>Edmonton, Alberta  </a:t>
            </a:r>
            <a:br>
              <a:rPr lang="en-CA" sz="2400" b="0" i="0" u="none" strike="noStrike" kern="1200" baseline="0">
                <a:solidFill>
                  <a:schemeClr val="bg1"/>
                </a:solidFill>
                <a:latin typeface="Muli" panose="02000503040000020004" pitchFamily="2" charset="0"/>
                <a:ea typeface="+mn-ea"/>
                <a:cs typeface="Arial" panose="020B0604020202020204" pitchFamily="34" charset="0"/>
              </a:rPr>
            </a:br>
            <a:r>
              <a:rPr lang="en-CA" sz="2400" b="0" i="0" u="none" strike="noStrike" kern="1200" baseline="0">
                <a:solidFill>
                  <a:schemeClr val="bg1"/>
                </a:solidFill>
                <a:latin typeface="Muli" panose="02000503040000020004" pitchFamily="2" charset="0"/>
                <a:ea typeface="+mn-ea"/>
                <a:cs typeface="Arial" panose="020B0604020202020204" pitchFamily="34" charset="0"/>
              </a:rPr>
              <a:t>T5K 1M4</a:t>
            </a:r>
          </a:p>
          <a:p>
            <a:pPr algn="l"/>
            <a:endParaRPr lang="en-CA" sz="2400" b="0" i="0" u="none" strike="noStrike" kern="1200" baseline="0">
              <a:solidFill>
                <a:schemeClr val="bg1"/>
              </a:solidFill>
              <a:latin typeface="Muli" panose="02000503040000020004" pitchFamily="2" charset="0"/>
              <a:ea typeface="+mn-ea"/>
              <a:cs typeface="Arial" panose="020B0604020202020204" pitchFamily="34" charset="0"/>
            </a:endParaRPr>
          </a:p>
          <a:p>
            <a:pPr algn="l"/>
            <a:r>
              <a:rPr lang="en-CA" sz="2400" b="0" i="0" u="none" strike="noStrike" kern="1200" baseline="0">
                <a:solidFill>
                  <a:schemeClr val="bg1"/>
                </a:solidFill>
                <a:latin typeface="Muli" panose="02000503040000020004" pitchFamily="2" charset="0"/>
                <a:ea typeface="+mn-ea"/>
                <a:cs typeface="Arial" panose="020B0604020202020204" pitchFamily="34" charset="0"/>
              </a:rPr>
              <a:t>780-420-6161</a:t>
            </a:r>
          </a:p>
          <a:p>
            <a:pPr algn="l"/>
            <a:r>
              <a:rPr lang="en-CA" sz="2400" b="0" i="0" u="none" strike="noStrike" kern="1200" baseline="0" err="1">
                <a:solidFill>
                  <a:schemeClr val="bg1"/>
                </a:solidFill>
                <a:latin typeface="Muli" panose="02000503040000020004" pitchFamily="2" charset="0"/>
                <a:ea typeface="+mn-ea"/>
                <a:cs typeface="Arial" panose="020B0604020202020204" pitchFamily="34" charset="0"/>
              </a:rPr>
              <a:t>www.civida.ca</a:t>
            </a:r>
            <a:endParaRPr lang="en-CA" sz="2400" b="0" i="0" u="none" strike="noStrike" kern="1200" baseline="0">
              <a:solidFill>
                <a:schemeClr val="bg1"/>
              </a:solidFill>
              <a:latin typeface="Muli" panose="02000503040000020004" pitchFamily="2" charset="0"/>
              <a:ea typeface="+mn-ea"/>
              <a:cs typeface="Arial" panose="020B0604020202020204" pitchFamily="34" charset="0"/>
            </a:endParaRPr>
          </a:p>
        </p:txBody>
      </p:sp>
    </p:spTree>
    <p:extLst>
      <p:ext uri="{BB962C8B-B14F-4D97-AF65-F5344CB8AC3E}">
        <p14:creationId xmlns:p14="http://schemas.microsoft.com/office/powerpoint/2010/main" val="21023381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8DFA19C-AF83-0244-BF07-E13C6E7E762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79C1C77-D2BE-E246-8920-71797BEBE8A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A1822-E3EE-9649-A1FD-C326F0F3454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000">
                <a:solidFill>
                  <a:schemeClr val="tx1">
                    <a:tint val="75000"/>
                  </a:schemeClr>
                </a:solidFill>
                <a:latin typeface="Muli Light" panose="02000503040000020004" pitchFamily="2" charset="0"/>
              </a:defRPr>
            </a:lvl1pPr>
          </a:lstStyle>
          <a:p>
            <a:fld id="{397D767C-6437-1A40-8FA5-ED355E2D89AB}" type="datetimeFigureOut">
              <a:rPr lang="en-US" smtClean="0"/>
              <a:pPr/>
              <a:t>8/5/26</a:t>
            </a:fld>
            <a:endParaRPr lang="en-US"/>
          </a:p>
        </p:txBody>
      </p:sp>
      <p:sp>
        <p:nvSpPr>
          <p:cNvPr id="5" name="Footer Placeholder 4">
            <a:extLst>
              <a:ext uri="{FF2B5EF4-FFF2-40B4-BE49-F238E27FC236}">
                <a16:creationId xmlns:a16="http://schemas.microsoft.com/office/drawing/2014/main" id="{72C98777-CA0B-744C-9E0B-B63D0F7CC4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b="0" i="0">
                <a:solidFill>
                  <a:schemeClr val="tx1">
                    <a:tint val="75000"/>
                  </a:schemeClr>
                </a:solidFill>
                <a:latin typeface="Muli Light" panose="02000503040000020004" pitchFamily="2" charset="0"/>
              </a:defRPr>
            </a:lvl1pPr>
          </a:lstStyle>
          <a:p>
            <a:endParaRPr lang="en-US"/>
          </a:p>
        </p:txBody>
      </p:sp>
      <p:sp>
        <p:nvSpPr>
          <p:cNvPr id="6" name="Slide Number Placeholder 5">
            <a:extLst>
              <a:ext uri="{FF2B5EF4-FFF2-40B4-BE49-F238E27FC236}">
                <a16:creationId xmlns:a16="http://schemas.microsoft.com/office/drawing/2014/main" id="{3B211E2D-C3FE-C345-8E09-565B63071C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000" b="0" i="0">
                <a:solidFill>
                  <a:schemeClr val="tx1">
                    <a:tint val="75000"/>
                  </a:schemeClr>
                </a:solidFill>
                <a:latin typeface="Muli Light" panose="02000503040000020004" pitchFamily="2" charset="0"/>
              </a:defRPr>
            </a:lvl1pPr>
          </a:lstStyle>
          <a:p>
            <a:fld id="{276EBF13-803B-6843-B1B8-EB475E94DD28}" type="slidenum">
              <a:rPr lang="en-US" smtClean="0"/>
              <a:pPr/>
              <a:t>‹#›</a:t>
            </a:fld>
            <a:endParaRPr lang="en-US"/>
          </a:p>
        </p:txBody>
      </p:sp>
    </p:spTree>
    <p:extLst>
      <p:ext uri="{BB962C8B-B14F-4D97-AF65-F5344CB8AC3E}">
        <p14:creationId xmlns:p14="http://schemas.microsoft.com/office/powerpoint/2010/main" val="3669325537"/>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 id="2147483694" r:id="rId14"/>
    <p:sldLayoutId id="2147483673" r:id="rId15"/>
    <p:sldLayoutId id="2147483674" r:id="rId16"/>
    <p:sldLayoutId id="2147483675" r:id="rId17"/>
    <p:sldLayoutId id="2147483669" r:id="rId18"/>
    <p:sldLayoutId id="2147483670" r:id="rId19"/>
    <p:sldLayoutId id="2147483676" r:id="rId20"/>
    <p:sldLayoutId id="2147483677" r:id="rId21"/>
    <p:sldLayoutId id="2147483671" r:id="rId22"/>
    <p:sldLayoutId id="2147483672" r:id="rId23"/>
    <p:sldLayoutId id="2147483678" r:id="rId24"/>
    <p:sldLayoutId id="2147483679" r:id="rId25"/>
  </p:sldLayoutIdLst>
  <p:txStyles>
    <p:titleStyle>
      <a:lvl1pPr algn="l" defTabSz="914400" rtl="0" eaLnBrk="1" latinLnBrk="0" hangingPunct="1">
        <a:lnSpc>
          <a:spcPct val="90000"/>
        </a:lnSpc>
        <a:spcBef>
          <a:spcPct val="0"/>
        </a:spcBef>
        <a:buNone/>
        <a:defRPr sz="4400" b="1" i="0" kern="1200">
          <a:solidFill>
            <a:schemeClr val="tx1"/>
          </a:solidFill>
          <a:latin typeface="Muli ExtraBold" panose="02000503040000020004"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Muli" panose="02000503040000020004"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Muli" panose="02000503040000020004"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Muli" panose="02000503040000020004"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uli" panose="02000503040000020004"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uli" panose="02000503040000020004"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6.xml"/><Relationship Id="rId5" Type="http://schemas.openxmlformats.org/officeDocument/2006/relationships/image" Target="../media/image16.png"/><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3E9DF-FBF5-074C-8F11-E77049724A53}"/>
              </a:ext>
            </a:extLst>
          </p:cNvPr>
          <p:cNvSpPr>
            <a:spLocks noGrp="1"/>
          </p:cNvSpPr>
          <p:nvPr>
            <p:ph type="ctrTitle"/>
          </p:nvPr>
        </p:nvSpPr>
        <p:spPr/>
        <p:txBody>
          <a:bodyPr>
            <a:normAutofit/>
          </a:bodyPr>
          <a:lstStyle/>
          <a:p>
            <a:r>
              <a:rPr lang="en-US" dirty="0" err="1">
                <a:solidFill>
                  <a:srgbClr val="A5D71C"/>
                </a:solidFill>
                <a:latin typeface="Muli ExtraBold"/>
              </a:rPr>
              <a:t>Civida</a:t>
            </a:r>
            <a:r>
              <a:rPr lang="en-US" dirty="0">
                <a:solidFill>
                  <a:srgbClr val="A5D71C"/>
                </a:solidFill>
                <a:latin typeface="Muli ExtraBold"/>
              </a:rPr>
              <a:t> Chatbot</a:t>
            </a:r>
            <a:endParaRPr lang="en-US" dirty="0">
              <a:solidFill>
                <a:srgbClr val="A5D71C"/>
              </a:solidFill>
            </a:endParaRPr>
          </a:p>
        </p:txBody>
      </p:sp>
      <p:sp>
        <p:nvSpPr>
          <p:cNvPr id="3" name="Subtitle 2">
            <a:extLst>
              <a:ext uri="{FF2B5EF4-FFF2-40B4-BE49-F238E27FC236}">
                <a16:creationId xmlns:a16="http://schemas.microsoft.com/office/drawing/2014/main" id="{A46A8170-41D5-C040-A493-62E254BD4910}"/>
              </a:ext>
            </a:extLst>
          </p:cNvPr>
          <p:cNvSpPr>
            <a:spLocks noGrp="1"/>
          </p:cNvSpPr>
          <p:nvPr>
            <p:ph type="subTitle" idx="1"/>
          </p:nvPr>
        </p:nvSpPr>
        <p:spPr/>
        <p:txBody>
          <a:bodyPr vert="horz" lIns="91440" tIns="45720" rIns="91440" bIns="45720" rtlCol="0" anchor="t">
            <a:normAutofit/>
          </a:bodyPr>
          <a:lstStyle/>
          <a:p>
            <a:r>
              <a:rPr dirty="0"/>
              <a:t>Prototype review · August 2026</a:t>
            </a:r>
            <a:endParaRPr lang="en-US" dirty="0"/>
          </a:p>
          <a:p>
            <a:r>
              <a:rPr dirty="0"/>
              <a:t>Presented by Ray Zhi</a:t>
            </a:r>
          </a:p>
        </p:txBody>
      </p:sp>
    </p:spTree>
    <p:extLst>
      <p:ext uri="{BB962C8B-B14F-4D97-AF65-F5344CB8AC3E}">
        <p14:creationId xmlns:p14="http://schemas.microsoft.com/office/powerpoint/2010/main" val="16225690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988EF-019C-814E-B448-DD5548715A6E}"/>
              </a:ext>
            </a:extLst>
          </p:cNvPr>
          <p:cNvSpPr>
            <a:spLocks noGrp="1"/>
          </p:cNvSpPr>
          <p:nvPr>
            <p:ph type="title"/>
          </p:nvPr>
        </p:nvSpPr>
        <p:spPr/>
        <p:txBody>
          <a:bodyPr/>
          <a:lstStyle/>
          <a:p>
            <a:r>
              <a:rPr dirty="0"/>
              <a:t>Where this goes next</a:t>
            </a:r>
            <a:endParaRPr lang="en-US" dirty="0"/>
          </a:p>
        </p:txBody>
      </p:sp>
      <p:sp>
        <p:nvSpPr>
          <p:cNvPr id="4" name="Rectangle 3"/>
          <p:cNvSpPr/>
          <p:nvPr/>
        </p:nvSpPr>
        <p:spPr>
          <a:xfrm>
            <a:off x="996696" y="3291840"/>
            <a:ext cx="502920" cy="502920"/>
          </a:xfrm>
          <a:prstGeom prst="rect">
            <a:avLst/>
          </a:prstGeom>
          <a:solidFill>
            <a:srgbClr val="5D297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FFFFFF"/>
                </a:solidFill>
                <a:latin typeface="Calibri"/>
              </a:rPr>
              <a:t>1</a:t>
            </a:r>
          </a:p>
        </p:txBody>
      </p:sp>
      <p:sp>
        <p:nvSpPr>
          <p:cNvPr id="5" name="TextBox 4"/>
          <p:cNvSpPr txBox="1"/>
          <p:nvPr/>
        </p:nvSpPr>
        <p:spPr>
          <a:xfrm>
            <a:off x="1682496" y="3401568"/>
            <a:ext cx="2377440" cy="292608"/>
          </a:xfrm>
          <a:prstGeom prst="rect">
            <a:avLst/>
          </a:prstGeom>
          <a:noFill/>
        </p:spPr>
        <p:txBody>
          <a:bodyPr wrap="square" lIns="0" tIns="0" rIns="0" bIns="0" anchor="t">
            <a:spAutoFit/>
          </a:bodyPr>
          <a:lstStyle/>
          <a:p>
            <a:pPr>
              <a:spcAft>
                <a:spcPts val="600"/>
              </a:spcAft>
            </a:pPr>
            <a:r>
              <a:rPr sz="1100" b="1" i="0" spc="200">
                <a:solidFill>
                  <a:srgbClr val="76777B"/>
                </a:solidFill>
                <a:latin typeface="Calibri"/>
              </a:rPr>
              <a:t>PHASE 1</a:t>
            </a:r>
          </a:p>
        </p:txBody>
      </p:sp>
      <p:sp>
        <p:nvSpPr>
          <p:cNvPr id="6" name="TextBox 5"/>
          <p:cNvSpPr txBox="1"/>
          <p:nvPr/>
        </p:nvSpPr>
        <p:spPr>
          <a:xfrm>
            <a:off x="996696" y="4041648"/>
            <a:ext cx="3291840" cy="411480"/>
          </a:xfrm>
          <a:prstGeom prst="rect">
            <a:avLst/>
          </a:prstGeom>
          <a:noFill/>
        </p:spPr>
        <p:txBody>
          <a:bodyPr wrap="square" lIns="0" tIns="0" rIns="0" bIns="0" anchor="t">
            <a:spAutoFit/>
          </a:bodyPr>
          <a:lstStyle/>
          <a:p>
            <a:pPr>
              <a:spcAft>
                <a:spcPts val="600"/>
              </a:spcAft>
            </a:pPr>
            <a:r>
              <a:rPr sz="1900" b="1" i="0">
                <a:solidFill>
                  <a:srgbClr val="5D2972"/>
                </a:solidFill>
                <a:latin typeface="Calibri"/>
              </a:rPr>
              <a:t>Implementation</a:t>
            </a:r>
          </a:p>
        </p:txBody>
      </p:sp>
      <p:sp>
        <p:nvSpPr>
          <p:cNvPr id="7" name="TextBox 6"/>
          <p:cNvSpPr txBox="1"/>
          <p:nvPr/>
        </p:nvSpPr>
        <p:spPr>
          <a:xfrm>
            <a:off x="996696" y="4553712"/>
            <a:ext cx="3246120" cy="1737360"/>
          </a:xfrm>
          <a:prstGeom prst="rect">
            <a:avLst/>
          </a:prstGeom>
          <a:noFill/>
        </p:spPr>
        <p:txBody>
          <a:bodyPr wrap="square" lIns="0" tIns="0" rIns="0" bIns="0" anchor="t">
            <a:spAutoFit/>
          </a:bodyPr>
          <a:lstStyle/>
          <a:p>
            <a:pPr marL="137160" indent="-137160">
              <a:spcAft>
                <a:spcPts val="700"/>
              </a:spcAft>
              <a:buFont typeface="Arial"/>
              <a:buChar char="•"/>
            </a:pPr>
            <a:r>
              <a:rPr sz="1300" b="0" i="0" dirty="0">
                <a:solidFill>
                  <a:srgbClr val="363434"/>
                </a:solidFill>
                <a:latin typeface="Calibri"/>
              </a:rPr>
              <a:t>Customer Success finalizes the wording</a:t>
            </a:r>
          </a:p>
          <a:p>
            <a:pPr marL="137160" indent="-137160">
              <a:spcAft>
                <a:spcPts val="700"/>
              </a:spcAft>
              <a:buFont typeface="Arial"/>
              <a:buChar char="•"/>
            </a:pPr>
            <a:r>
              <a:rPr sz="1300" b="0" i="0" dirty="0">
                <a:solidFill>
                  <a:srgbClr val="363434"/>
                </a:solidFill>
                <a:latin typeface="Calibri"/>
              </a:rPr>
              <a:t>Launch on </a:t>
            </a:r>
            <a:r>
              <a:rPr sz="1300" b="0" i="0" dirty="0" err="1">
                <a:solidFill>
                  <a:srgbClr val="363434"/>
                </a:solidFill>
                <a:latin typeface="Calibri"/>
              </a:rPr>
              <a:t>civida.ca</a:t>
            </a:r>
            <a:endParaRPr sz="1300" b="0" i="0" dirty="0">
              <a:solidFill>
                <a:srgbClr val="363434"/>
              </a:solidFill>
              <a:latin typeface="Calibri"/>
            </a:endParaRPr>
          </a:p>
          <a:p>
            <a:pPr marL="137160" indent="-137160">
              <a:spcAft>
                <a:spcPts val="700"/>
              </a:spcAft>
              <a:buFont typeface="Arial"/>
              <a:buChar char="•"/>
            </a:pPr>
            <a:r>
              <a:rPr sz="1300" b="0" i="0" dirty="0">
                <a:solidFill>
                  <a:srgbClr val="363434"/>
                </a:solidFill>
                <a:latin typeface="Calibri"/>
              </a:rPr>
              <a:t>Tell customers — site, hold message, email footers</a:t>
            </a:r>
          </a:p>
        </p:txBody>
      </p:sp>
      <p:sp>
        <p:nvSpPr>
          <p:cNvPr id="8" name="Rectangle 7"/>
          <p:cNvSpPr/>
          <p:nvPr/>
        </p:nvSpPr>
        <p:spPr>
          <a:xfrm>
            <a:off x="4608576" y="3291840"/>
            <a:ext cx="502920" cy="502920"/>
          </a:xfrm>
          <a:prstGeom prst="rect">
            <a:avLst/>
          </a:prstGeom>
          <a:solidFill>
            <a:srgbClr val="95337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FFFFFF"/>
                </a:solidFill>
                <a:latin typeface="Calibri"/>
              </a:rPr>
              <a:t>2</a:t>
            </a:r>
          </a:p>
        </p:txBody>
      </p:sp>
      <p:sp>
        <p:nvSpPr>
          <p:cNvPr id="9" name="TextBox 8"/>
          <p:cNvSpPr txBox="1"/>
          <p:nvPr/>
        </p:nvSpPr>
        <p:spPr>
          <a:xfrm>
            <a:off x="5294376" y="3401568"/>
            <a:ext cx="2377440" cy="292608"/>
          </a:xfrm>
          <a:prstGeom prst="rect">
            <a:avLst/>
          </a:prstGeom>
          <a:noFill/>
        </p:spPr>
        <p:txBody>
          <a:bodyPr wrap="square" lIns="0" tIns="0" rIns="0" bIns="0" anchor="t">
            <a:spAutoFit/>
          </a:bodyPr>
          <a:lstStyle/>
          <a:p>
            <a:pPr>
              <a:spcAft>
                <a:spcPts val="600"/>
              </a:spcAft>
            </a:pPr>
            <a:r>
              <a:rPr sz="1100" b="1" i="0" spc="200">
                <a:solidFill>
                  <a:srgbClr val="76777B"/>
                </a:solidFill>
                <a:latin typeface="Calibri"/>
              </a:rPr>
              <a:t>PHASE 2</a:t>
            </a:r>
          </a:p>
        </p:txBody>
      </p:sp>
      <p:sp>
        <p:nvSpPr>
          <p:cNvPr id="10" name="TextBox 9"/>
          <p:cNvSpPr txBox="1"/>
          <p:nvPr/>
        </p:nvSpPr>
        <p:spPr>
          <a:xfrm>
            <a:off x="4608576" y="4041648"/>
            <a:ext cx="3291840" cy="411480"/>
          </a:xfrm>
          <a:prstGeom prst="rect">
            <a:avLst/>
          </a:prstGeom>
          <a:noFill/>
        </p:spPr>
        <p:txBody>
          <a:bodyPr wrap="square" lIns="0" tIns="0" rIns="0" bIns="0" anchor="t">
            <a:spAutoFit/>
          </a:bodyPr>
          <a:lstStyle/>
          <a:p>
            <a:pPr>
              <a:spcAft>
                <a:spcPts val="600"/>
              </a:spcAft>
            </a:pPr>
            <a:r>
              <a:rPr sz="1900" b="1" i="0">
                <a:solidFill>
                  <a:srgbClr val="5D2972"/>
                </a:solidFill>
                <a:latin typeface="Calibri"/>
              </a:rPr>
              <a:t>Data &amp; analytics</a:t>
            </a:r>
          </a:p>
        </p:txBody>
      </p:sp>
      <p:sp>
        <p:nvSpPr>
          <p:cNvPr id="11" name="TextBox 10"/>
          <p:cNvSpPr txBox="1"/>
          <p:nvPr/>
        </p:nvSpPr>
        <p:spPr>
          <a:xfrm>
            <a:off x="4608576" y="4553712"/>
            <a:ext cx="3246120" cy="1737360"/>
          </a:xfrm>
          <a:prstGeom prst="rect">
            <a:avLst/>
          </a:prstGeom>
          <a:noFill/>
        </p:spPr>
        <p:txBody>
          <a:bodyPr wrap="square" lIns="0" tIns="0" rIns="0" bIns="0" anchor="t">
            <a:spAutoFit/>
          </a:bodyPr>
          <a:lstStyle/>
          <a:p>
            <a:pPr marL="137160" indent="-137160">
              <a:spcAft>
                <a:spcPts val="700"/>
              </a:spcAft>
              <a:buFont typeface="Arial"/>
              <a:buChar char="•"/>
            </a:pPr>
            <a:r>
              <a:rPr sz="1300" b="0" i="0" dirty="0">
                <a:solidFill>
                  <a:srgbClr val="363434"/>
                </a:solidFill>
                <a:latin typeface="Calibri"/>
              </a:rPr>
              <a:t>See what's asked, clicked, and where people leave</a:t>
            </a:r>
          </a:p>
          <a:p>
            <a:pPr marL="137160" indent="-137160">
              <a:spcAft>
                <a:spcPts val="700"/>
              </a:spcAft>
              <a:buFont typeface="Arial"/>
              <a:buChar char="•"/>
            </a:pPr>
            <a:r>
              <a:rPr sz="1300" b="0" i="0" dirty="0">
                <a:solidFill>
                  <a:srgbClr val="363434"/>
                </a:solidFill>
                <a:latin typeface="Calibri"/>
              </a:rPr>
              <a:t>Measure calls deflected</a:t>
            </a:r>
          </a:p>
          <a:p>
            <a:pPr marL="137160" indent="-137160">
              <a:spcAft>
                <a:spcPts val="700"/>
              </a:spcAft>
              <a:buFont typeface="Arial"/>
              <a:buChar char="•"/>
            </a:pPr>
            <a:r>
              <a:rPr sz="1300" b="0" i="0" dirty="0">
                <a:solidFill>
                  <a:srgbClr val="363434"/>
                </a:solidFill>
                <a:latin typeface="Calibri"/>
              </a:rPr>
              <a:t>Let real usage tune the content</a:t>
            </a:r>
          </a:p>
        </p:txBody>
      </p:sp>
      <p:sp>
        <p:nvSpPr>
          <p:cNvPr id="12" name="Rectangle 11"/>
          <p:cNvSpPr/>
          <p:nvPr/>
        </p:nvSpPr>
        <p:spPr>
          <a:xfrm>
            <a:off x="8220456" y="3291840"/>
            <a:ext cx="502920" cy="502920"/>
          </a:xfrm>
          <a:prstGeom prst="rect">
            <a:avLst/>
          </a:prstGeom>
          <a:solidFill>
            <a:srgbClr val="7D991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FFFFFF"/>
                </a:solidFill>
                <a:latin typeface="Calibri"/>
              </a:rPr>
              <a:t>3</a:t>
            </a:r>
          </a:p>
        </p:txBody>
      </p:sp>
      <p:sp>
        <p:nvSpPr>
          <p:cNvPr id="13" name="TextBox 12"/>
          <p:cNvSpPr txBox="1"/>
          <p:nvPr/>
        </p:nvSpPr>
        <p:spPr>
          <a:xfrm>
            <a:off x="8906256" y="3401568"/>
            <a:ext cx="2377440" cy="292608"/>
          </a:xfrm>
          <a:prstGeom prst="rect">
            <a:avLst/>
          </a:prstGeom>
          <a:noFill/>
        </p:spPr>
        <p:txBody>
          <a:bodyPr wrap="square" lIns="0" tIns="0" rIns="0" bIns="0" anchor="t">
            <a:spAutoFit/>
          </a:bodyPr>
          <a:lstStyle/>
          <a:p>
            <a:pPr>
              <a:spcAft>
                <a:spcPts val="600"/>
              </a:spcAft>
            </a:pPr>
            <a:r>
              <a:rPr sz="1100" b="1" i="0" spc="200">
                <a:solidFill>
                  <a:srgbClr val="76777B"/>
                </a:solidFill>
                <a:latin typeface="Calibri"/>
              </a:rPr>
              <a:t>PHASE 3</a:t>
            </a:r>
          </a:p>
        </p:txBody>
      </p:sp>
      <p:sp>
        <p:nvSpPr>
          <p:cNvPr id="14" name="TextBox 13"/>
          <p:cNvSpPr txBox="1"/>
          <p:nvPr/>
        </p:nvSpPr>
        <p:spPr>
          <a:xfrm>
            <a:off x="8220456" y="4041648"/>
            <a:ext cx="3291840" cy="411480"/>
          </a:xfrm>
          <a:prstGeom prst="rect">
            <a:avLst/>
          </a:prstGeom>
          <a:noFill/>
        </p:spPr>
        <p:txBody>
          <a:bodyPr wrap="square" lIns="0" tIns="0" rIns="0" bIns="0" anchor="t">
            <a:spAutoFit/>
          </a:bodyPr>
          <a:lstStyle/>
          <a:p>
            <a:pPr>
              <a:spcAft>
                <a:spcPts val="600"/>
              </a:spcAft>
            </a:pPr>
            <a:r>
              <a:rPr sz="1900" b="1" i="0">
                <a:solidFill>
                  <a:srgbClr val="5D2972"/>
                </a:solidFill>
                <a:latin typeface="Calibri"/>
              </a:rPr>
              <a:t>Future features</a:t>
            </a:r>
          </a:p>
        </p:txBody>
      </p:sp>
      <p:sp>
        <p:nvSpPr>
          <p:cNvPr id="15" name="TextBox 14"/>
          <p:cNvSpPr txBox="1"/>
          <p:nvPr/>
        </p:nvSpPr>
        <p:spPr>
          <a:xfrm>
            <a:off x="8220456" y="4553712"/>
            <a:ext cx="3246120" cy="979755"/>
          </a:xfrm>
          <a:prstGeom prst="rect">
            <a:avLst/>
          </a:prstGeom>
          <a:noFill/>
        </p:spPr>
        <p:txBody>
          <a:bodyPr wrap="square" lIns="0" tIns="0" rIns="0" bIns="0" anchor="t">
            <a:spAutoFit/>
          </a:bodyPr>
          <a:lstStyle/>
          <a:p>
            <a:pPr marL="137160" indent="-137160">
              <a:spcAft>
                <a:spcPts val="700"/>
              </a:spcAft>
              <a:buFont typeface="Arial"/>
              <a:buChar char="•"/>
            </a:pPr>
            <a:r>
              <a:rPr sz="1300" b="0" i="0" dirty="0">
                <a:solidFill>
                  <a:srgbClr val="363434"/>
                </a:solidFill>
                <a:latin typeface="Calibri"/>
              </a:rPr>
              <a:t>AI pipeline that books appointments right in the chat</a:t>
            </a:r>
          </a:p>
          <a:p>
            <a:pPr marL="137160" indent="-137160">
              <a:spcAft>
                <a:spcPts val="700"/>
              </a:spcAft>
              <a:buFont typeface="Arial"/>
              <a:buChar char="•"/>
            </a:pPr>
            <a:r>
              <a:rPr sz="1300" b="0" i="0" dirty="0">
                <a:solidFill>
                  <a:srgbClr val="363434"/>
                </a:solidFill>
                <a:latin typeface="Calibri"/>
              </a:rPr>
              <a:t>Free-text questions</a:t>
            </a:r>
          </a:p>
          <a:p>
            <a:pPr marL="137160" indent="-137160">
              <a:spcAft>
                <a:spcPts val="700"/>
              </a:spcAft>
              <a:buFont typeface="Arial"/>
              <a:buChar char="•"/>
            </a:pPr>
            <a:r>
              <a:rPr lang="en-CA" sz="1300" dirty="0">
                <a:solidFill>
                  <a:srgbClr val="363434"/>
                </a:solidFill>
                <a:latin typeface="Calibri"/>
              </a:rPr>
              <a:t>D</a:t>
            </a:r>
            <a:r>
              <a:rPr sz="1300" b="0" i="0" dirty="0" err="1">
                <a:solidFill>
                  <a:srgbClr val="363434"/>
                </a:solidFill>
                <a:latin typeface="Calibri"/>
              </a:rPr>
              <a:t>eeper</a:t>
            </a:r>
            <a:r>
              <a:rPr sz="1300" b="0" i="0" dirty="0">
                <a:solidFill>
                  <a:srgbClr val="363434"/>
                </a:solidFill>
                <a:latin typeface="Calibri"/>
              </a:rPr>
              <a:t> accessibility</a:t>
            </a:r>
          </a:p>
        </p:txBody>
      </p:sp>
    </p:spTree>
    <p:extLst>
      <p:ext uri="{BB962C8B-B14F-4D97-AF65-F5344CB8AC3E}">
        <p14:creationId xmlns:p14="http://schemas.microsoft.com/office/powerpoint/2010/main" val="9306285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A44FF78-1BE2-4CD2-8FCE-02AB88A9DC9B}"/>
              </a:ext>
            </a:extLst>
          </p:cNvPr>
          <p:cNvSpPr>
            <a:spLocks noGrp="1"/>
          </p:cNvSpPr>
          <p:nvPr>
            <p:ph type="title"/>
          </p:nvPr>
        </p:nvSpPr>
        <p:spPr/>
        <p:txBody>
          <a:bodyPr/>
          <a:lstStyle/>
          <a:p>
            <a:r>
              <a:t>Low upkeep, clear ownership</a:t>
            </a:r>
            <a:endParaRPr lang="en-US" dirty="0">
              <a:solidFill>
                <a:srgbClr val="A5D71C"/>
              </a:solidFill>
            </a:endParaRPr>
          </a:p>
        </p:txBody>
      </p:sp>
      <p:sp>
        <p:nvSpPr>
          <p:cNvPr id="7" name="Rectangle 6"/>
          <p:cNvSpPr/>
          <p:nvPr/>
        </p:nvSpPr>
        <p:spPr>
          <a:xfrm>
            <a:off x="996696" y="3291840"/>
            <a:ext cx="502920" cy="502920"/>
          </a:xfrm>
          <a:prstGeom prst="rect">
            <a:avLst/>
          </a:prstGeom>
          <a:solidFill>
            <a:srgbClr val="5D29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bullhorn.png"/>
          <p:cNvPicPr>
            <a:picLocks noChangeAspect="1"/>
          </p:cNvPicPr>
          <p:nvPr/>
        </p:nvPicPr>
        <p:blipFill>
          <a:blip r:embed="rId3"/>
          <a:stretch>
            <a:fillRect/>
          </a:stretch>
        </p:blipFill>
        <p:spPr>
          <a:xfrm>
            <a:off x="1120140" y="3415284"/>
            <a:ext cx="256032" cy="256032"/>
          </a:xfrm>
          <a:prstGeom prst="rect">
            <a:avLst/>
          </a:prstGeom>
        </p:spPr>
      </p:pic>
      <p:sp>
        <p:nvSpPr>
          <p:cNvPr id="9" name="TextBox 8"/>
          <p:cNvSpPr txBox="1"/>
          <p:nvPr/>
        </p:nvSpPr>
        <p:spPr>
          <a:xfrm>
            <a:off x="1682496" y="3273552"/>
            <a:ext cx="3950208" cy="584775"/>
          </a:xfrm>
          <a:prstGeom prst="rect">
            <a:avLst/>
          </a:prstGeom>
          <a:noFill/>
        </p:spPr>
        <p:txBody>
          <a:bodyPr wrap="square" lIns="0" tIns="0" rIns="0" bIns="0" anchor="t">
            <a:spAutoFit/>
          </a:bodyPr>
          <a:lstStyle/>
          <a:p>
            <a:pPr>
              <a:spcAft>
                <a:spcPts val="600"/>
              </a:spcAft>
            </a:pPr>
            <a:r>
              <a:rPr sz="1900" b="1" i="0" dirty="0">
                <a:solidFill>
                  <a:srgbClr val="5D2972"/>
                </a:solidFill>
                <a:latin typeface="Calibri"/>
              </a:rPr>
              <a:t>Communications </a:t>
            </a:r>
            <a:r>
              <a:rPr lang="en-CA" sz="1900" b="1" i="0" dirty="0">
                <a:solidFill>
                  <a:srgbClr val="5D2972"/>
                </a:solidFill>
                <a:latin typeface="Calibri"/>
              </a:rPr>
              <a:t>&amp; Customer Success Team</a:t>
            </a:r>
            <a:endParaRPr sz="1900" b="1" i="0" dirty="0">
              <a:solidFill>
                <a:srgbClr val="5D2972"/>
              </a:solidFill>
              <a:latin typeface="Calibri"/>
            </a:endParaRPr>
          </a:p>
        </p:txBody>
      </p:sp>
      <p:sp>
        <p:nvSpPr>
          <p:cNvPr id="11" name="TextBox 10"/>
          <p:cNvSpPr txBox="1"/>
          <p:nvPr/>
        </p:nvSpPr>
        <p:spPr>
          <a:xfrm>
            <a:off x="996696" y="4224528"/>
            <a:ext cx="4892040" cy="779701"/>
          </a:xfrm>
          <a:prstGeom prst="rect">
            <a:avLst/>
          </a:prstGeom>
          <a:noFill/>
        </p:spPr>
        <p:txBody>
          <a:bodyPr wrap="square" lIns="0" tIns="0" rIns="0" bIns="0" anchor="t">
            <a:spAutoFit/>
          </a:bodyPr>
          <a:lstStyle/>
          <a:p>
            <a:pPr marL="137160" indent="-137160">
              <a:spcAft>
                <a:spcPts val="700"/>
              </a:spcAft>
              <a:buFont typeface="Arial"/>
              <a:buChar char="•"/>
            </a:pPr>
            <a:r>
              <a:rPr sz="1300" b="0" i="0" dirty="0">
                <a:solidFill>
                  <a:srgbClr val="363434"/>
                </a:solidFill>
                <a:latin typeface="Calibri"/>
              </a:rPr>
              <a:t>All customer-facing wording </a:t>
            </a:r>
            <a:endParaRPr lang="en-CA" sz="1300" b="0" i="0" dirty="0">
              <a:solidFill>
                <a:srgbClr val="363434"/>
              </a:solidFill>
              <a:latin typeface="Calibri"/>
            </a:endParaRPr>
          </a:p>
          <a:p>
            <a:pPr marL="137160" indent="-137160">
              <a:spcAft>
                <a:spcPts val="700"/>
              </a:spcAft>
              <a:buFont typeface="Arial"/>
              <a:buChar char="•"/>
            </a:pPr>
            <a:r>
              <a:rPr sz="1300" b="0" i="0" dirty="0">
                <a:solidFill>
                  <a:srgbClr val="363434"/>
                </a:solidFill>
                <a:latin typeface="Calibri"/>
              </a:rPr>
              <a:t>Edits are one </a:t>
            </a:r>
            <a:r>
              <a:rPr lang="en-CA" sz="1300" b="0" i="0" dirty="0">
                <a:solidFill>
                  <a:srgbClr val="363434"/>
                </a:solidFill>
                <a:latin typeface="Calibri"/>
              </a:rPr>
              <a:t>HTML file</a:t>
            </a:r>
            <a:endParaRPr sz="1300" b="0" i="0" dirty="0">
              <a:solidFill>
                <a:srgbClr val="363434"/>
              </a:solidFill>
              <a:latin typeface="Calibri"/>
            </a:endParaRPr>
          </a:p>
          <a:p>
            <a:pPr marL="137160" indent="-137160">
              <a:spcAft>
                <a:spcPts val="700"/>
              </a:spcAft>
              <a:buFont typeface="Arial"/>
              <a:buChar char="•"/>
            </a:pPr>
            <a:r>
              <a:rPr sz="1300" b="0" i="0" dirty="0">
                <a:solidFill>
                  <a:srgbClr val="363434"/>
                </a:solidFill>
                <a:latin typeface="Calibri"/>
              </a:rPr>
              <a:t>Reviews whenever programs or policies change</a:t>
            </a:r>
          </a:p>
        </p:txBody>
      </p:sp>
      <p:sp>
        <p:nvSpPr>
          <p:cNvPr id="12" name="Rectangle 11"/>
          <p:cNvSpPr/>
          <p:nvPr/>
        </p:nvSpPr>
        <p:spPr>
          <a:xfrm>
            <a:off x="6391656" y="3291840"/>
            <a:ext cx="502920" cy="502920"/>
          </a:xfrm>
          <a:prstGeom prst="rect">
            <a:avLst/>
          </a:prstGeom>
          <a:solidFill>
            <a:srgbClr val="953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server.png"/>
          <p:cNvPicPr>
            <a:picLocks noChangeAspect="1"/>
          </p:cNvPicPr>
          <p:nvPr/>
        </p:nvPicPr>
        <p:blipFill>
          <a:blip r:embed="rId4"/>
          <a:stretch>
            <a:fillRect/>
          </a:stretch>
        </p:blipFill>
        <p:spPr>
          <a:xfrm>
            <a:off x="6515100" y="3415284"/>
            <a:ext cx="256032" cy="256032"/>
          </a:xfrm>
          <a:prstGeom prst="rect">
            <a:avLst/>
          </a:prstGeom>
        </p:spPr>
      </p:pic>
      <p:sp>
        <p:nvSpPr>
          <p:cNvPr id="14" name="TextBox 13"/>
          <p:cNvSpPr txBox="1"/>
          <p:nvPr/>
        </p:nvSpPr>
        <p:spPr>
          <a:xfrm>
            <a:off x="7077456" y="3273552"/>
            <a:ext cx="4206240" cy="347472"/>
          </a:xfrm>
          <a:prstGeom prst="rect">
            <a:avLst/>
          </a:prstGeom>
          <a:noFill/>
        </p:spPr>
        <p:txBody>
          <a:bodyPr wrap="square" lIns="0" tIns="0" rIns="0" bIns="0" anchor="t">
            <a:spAutoFit/>
          </a:bodyPr>
          <a:lstStyle/>
          <a:p>
            <a:pPr>
              <a:spcAft>
                <a:spcPts val="600"/>
              </a:spcAft>
            </a:pPr>
            <a:r>
              <a:rPr sz="1900" b="1" i="0">
                <a:solidFill>
                  <a:srgbClr val="5D2972"/>
                </a:solidFill>
                <a:latin typeface="Calibri"/>
              </a:rPr>
              <a:t>Systems team</a:t>
            </a:r>
          </a:p>
        </p:txBody>
      </p:sp>
      <p:sp>
        <p:nvSpPr>
          <p:cNvPr id="16" name="TextBox 15"/>
          <p:cNvSpPr txBox="1"/>
          <p:nvPr/>
        </p:nvSpPr>
        <p:spPr>
          <a:xfrm>
            <a:off x="6391656" y="4224528"/>
            <a:ext cx="4892040" cy="489878"/>
          </a:xfrm>
          <a:prstGeom prst="rect">
            <a:avLst/>
          </a:prstGeom>
          <a:noFill/>
        </p:spPr>
        <p:txBody>
          <a:bodyPr wrap="square" lIns="0" tIns="0" rIns="0" bIns="0" anchor="t">
            <a:spAutoFit/>
          </a:bodyPr>
          <a:lstStyle/>
          <a:p>
            <a:pPr marL="137160" indent="-137160">
              <a:spcAft>
                <a:spcPts val="700"/>
              </a:spcAft>
              <a:buFont typeface="Arial"/>
              <a:buChar char="•"/>
            </a:pPr>
            <a:r>
              <a:rPr lang="en-CA" sz="1300" b="0" i="0" dirty="0">
                <a:solidFill>
                  <a:srgbClr val="363434"/>
                </a:solidFill>
                <a:latin typeface="Calibri"/>
              </a:rPr>
              <a:t>Supports Communications &amp; Customer Success </a:t>
            </a:r>
            <a:endParaRPr sz="1300" b="0" i="0" dirty="0">
              <a:solidFill>
                <a:srgbClr val="363434"/>
              </a:solidFill>
              <a:latin typeface="Calibri"/>
            </a:endParaRPr>
          </a:p>
          <a:p>
            <a:pPr marL="137160" indent="-137160">
              <a:spcAft>
                <a:spcPts val="700"/>
              </a:spcAft>
              <a:buFont typeface="Arial"/>
              <a:buChar char="•"/>
            </a:pPr>
            <a:r>
              <a:rPr lang="en-CA" sz="1300" b="0" i="0" dirty="0">
                <a:solidFill>
                  <a:srgbClr val="363434"/>
                </a:solidFill>
                <a:latin typeface="Calibri"/>
              </a:rPr>
              <a:t>Web licencing, DNS records</a:t>
            </a:r>
            <a:endParaRPr sz="1300" b="0" i="0" dirty="0">
              <a:solidFill>
                <a:srgbClr val="363434"/>
              </a:solidFill>
              <a:latin typeface="Calibri"/>
            </a:endParaRPr>
          </a:p>
        </p:txBody>
      </p:sp>
      <p:sp>
        <p:nvSpPr>
          <p:cNvPr id="17" name="Rectangle 16"/>
          <p:cNvSpPr/>
          <p:nvPr/>
        </p:nvSpPr>
        <p:spPr>
          <a:xfrm>
            <a:off x="996696" y="5897880"/>
            <a:ext cx="10195560" cy="566928"/>
          </a:xfrm>
          <a:prstGeom prst="rect">
            <a:avLst/>
          </a:prstGeom>
          <a:solidFill>
            <a:srgbClr val="F3F5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1197864" y="5998464"/>
            <a:ext cx="365760" cy="365760"/>
          </a:xfrm>
          <a:prstGeom prst="rect">
            <a:avLst/>
          </a:prstGeom>
          <a:solidFill>
            <a:srgbClr val="7D99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check.png"/>
          <p:cNvPicPr>
            <a:picLocks noChangeAspect="1"/>
          </p:cNvPicPr>
          <p:nvPr/>
        </p:nvPicPr>
        <p:blipFill>
          <a:blip r:embed="rId5"/>
          <a:stretch>
            <a:fillRect/>
          </a:stretch>
        </p:blipFill>
        <p:spPr>
          <a:xfrm>
            <a:off x="1289304" y="6089903"/>
            <a:ext cx="182880" cy="182880"/>
          </a:xfrm>
          <a:prstGeom prst="rect">
            <a:avLst/>
          </a:prstGeom>
        </p:spPr>
      </p:pic>
      <p:sp>
        <p:nvSpPr>
          <p:cNvPr id="20" name="TextBox 19"/>
          <p:cNvSpPr txBox="1"/>
          <p:nvPr/>
        </p:nvSpPr>
        <p:spPr>
          <a:xfrm>
            <a:off x="1783080" y="5897880"/>
            <a:ext cx="9235440" cy="566928"/>
          </a:xfrm>
          <a:prstGeom prst="rect">
            <a:avLst/>
          </a:prstGeom>
          <a:noFill/>
        </p:spPr>
        <p:txBody>
          <a:bodyPr wrap="square" lIns="0" tIns="0" rIns="0" bIns="0" anchor="ctr">
            <a:spAutoFit/>
          </a:bodyPr>
          <a:lstStyle/>
          <a:p>
            <a:r>
              <a:rPr sz="1300" b="0" i="0">
                <a:solidFill>
                  <a:srgbClr val="363434"/>
                </a:solidFill>
                <a:latin typeface="Calibri"/>
              </a:rPr>
              <a:t>Built to stay cheap: one self-contained page — no vendor contract, no licence fees, no dedicated infrastructure.</a:t>
            </a:r>
          </a:p>
        </p:txBody>
      </p:sp>
    </p:spTree>
    <p:extLst>
      <p:ext uri="{BB962C8B-B14F-4D97-AF65-F5344CB8AC3E}">
        <p14:creationId xmlns:p14="http://schemas.microsoft.com/office/powerpoint/2010/main" val="34909776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44CF7-3CC2-BB43-94A8-B746010596DE}"/>
              </a:ext>
            </a:extLst>
          </p:cNvPr>
          <p:cNvSpPr>
            <a:spLocks noGrp="1"/>
          </p:cNvSpPr>
          <p:nvPr>
            <p:ph type="title"/>
          </p:nvPr>
        </p:nvSpPr>
        <p:spPr/>
        <p:txBody>
          <a:bodyPr/>
          <a:lstStyle/>
          <a:p>
            <a:r>
              <a:rPr dirty="0"/>
              <a:t>Conclusion</a:t>
            </a:r>
            <a:endParaRPr lang="en-US" dirty="0"/>
          </a:p>
        </p:txBody>
      </p:sp>
      <p:sp>
        <p:nvSpPr>
          <p:cNvPr id="3" name="Rectangle 2"/>
          <p:cNvSpPr/>
          <p:nvPr/>
        </p:nvSpPr>
        <p:spPr>
          <a:xfrm>
            <a:off x="1024128" y="2587752"/>
            <a:ext cx="164592" cy="164592"/>
          </a:xfrm>
          <a:prstGeom prst="rect">
            <a:avLst/>
          </a:prstGeom>
          <a:solidFill>
            <a:srgbClr val="5D29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371600" y="2514600"/>
            <a:ext cx="9326880" cy="223138"/>
          </a:xfrm>
          <a:prstGeom prst="rect">
            <a:avLst/>
          </a:prstGeom>
          <a:noFill/>
        </p:spPr>
        <p:txBody>
          <a:bodyPr wrap="square" lIns="0" tIns="0" rIns="0" bIns="0">
            <a:spAutoFit/>
          </a:bodyPr>
          <a:lstStyle/>
          <a:p>
            <a:r>
              <a:rPr sz="1450" dirty="0" err="1">
                <a:solidFill>
                  <a:srgbClr val="363434"/>
                </a:solidFill>
                <a:latin typeface="Calibri"/>
              </a:rPr>
              <a:t>Civida</a:t>
            </a:r>
            <a:r>
              <a:rPr sz="1450" dirty="0">
                <a:solidFill>
                  <a:srgbClr val="363434"/>
                </a:solidFill>
                <a:latin typeface="Calibri"/>
              </a:rPr>
              <a:t> </a:t>
            </a:r>
            <a:r>
              <a:rPr lang="en-CA" sz="1450" dirty="0">
                <a:solidFill>
                  <a:srgbClr val="363434"/>
                </a:solidFill>
                <a:latin typeface="Calibri"/>
              </a:rPr>
              <a:t>Chatbot</a:t>
            </a:r>
            <a:r>
              <a:rPr sz="1450" dirty="0">
                <a:solidFill>
                  <a:srgbClr val="363434"/>
                </a:solidFill>
                <a:latin typeface="Calibri"/>
              </a:rPr>
              <a:t> works today — instant answers to routine questions, 24/7.</a:t>
            </a:r>
          </a:p>
        </p:txBody>
      </p:sp>
      <p:sp>
        <p:nvSpPr>
          <p:cNvPr id="5" name="Rectangle 4"/>
          <p:cNvSpPr/>
          <p:nvPr/>
        </p:nvSpPr>
        <p:spPr>
          <a:xfrm>
            <a:off x="1024128" y="3227832"/>
            <a:ext cx="164592" cy="164592"/>
          </a:xfrm>
          <a:prstGeom prst="rect">
            <a:avLst/>
          </a:prstGeom>
          <a:solidFill>
            <a:srgbClr val="953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71600" y="3154680"/>
            <a:ext cx="9326880" cy="502920"/>
          </a:xfrm>
          <a:prstGeom prst="rect">
            <a:avLst/>
          </a:prstGeom>
          <a:noFill/>
        </p:spPr>
        <p:txBody>
          <a:bodyPr wrap="square" lIns="0" tIns="0" rIns="0" bIns="0">
            <a:spAutoFit/>
          </a:bodyPr>
          <a:lstStyle/>
          <a:p>
            <a:r>
              <a:rPr sz="1450">
                <a:solidFill>
                  <a:srgbClr val="363434"/>
                </a:solidFill>
                <a:latin typeface="Calibri"/>
              </a:rPr>
              <a:t>A clear path forward — launch it, measure it, then extend it.</a:t>
            </a:r>
          </a:p>
        </p:txBody>
      </p:sp>
      <p:sp>
        <p:nvSpPr>
          <p:cNvPr id="7" name="Rectangle 6"/>
          <p:cNvSpPr/>
          <p:nvPr/>
        </p:nvSpPr>
        <p:spPr>
          <a:xfrm>
            <a:off x="1024128" y="3867912"/>
            <a:ext cx="164592" cy="164592"/>
          </a:xfrm>
          <a:prstGeom prst="rect">
            <a:avLst/>
          </a:prstGeom>
          <a:solidFill>
            <a:srgbClr val="7D99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371600" y="3794760"/>
            <a:ext cx="9326880" cy="502920"/>
          </a:xfrm>
          <a:prstGeom prst="rect">
            <a:avLst/>
          </a:prstGeom>
          <a:noFill/>
        </p:spPr>
        <p:txBody>
          <a:bodyPr wrap="square" lIns="0" tIns="0" rIns="0" bIns="0">
            <a:spAutoFit/>
          </a:bodyPr>
          <a:lstStyle/>
          <a:p>
            <a:r>
              <a:rPr sz="1450">
                <a:solidFill>
                  <a:srgbClr val="363434"/>
                </a:solidFill>
                <a:latin typeface="Calibri"/>
              </a:rPr>
              <a:t>Cheap to keep — one self-contained page, owned by Comms &amp; Customer Success with Systems support.</a:t>
            </a:r>
          </a:p>
        </p:txBody>
      </p:sp>
      <p:sp>
        <p:nvSpPr>
          <p:cNvPr id="9" name="TextBox 8"/>
          <p:cNvSpPr txBox="1"/>
          <p:nvPr/>
        </p:nvSpPr>
        <p:spPr>
          <a:xfrm>
            <a:off x="1024128" y="4800600"/>
            <a:ext cx="7315200" cy="548640"/>
          </a:xfrm>
          <a:prstGeom prst="rect">
            <a:avLst/>
          </a:prstGeom>
          <a:noFill/>
        </p:spPr>
        <p:txBody>
          <a:bodyPr wrap="square" lIns="0" tIns="0" rIns="0" bIns="0">
            <a:spAutoFit/>
          </a:bodyPr>
          <a:lstStyle/>
          <a:p>
            <a:r>
              <a:rPr sz="2600" b="1">
                <a:solidFill>
                  <a:srgbClr val="5D2972"/>
                </a:solidFill>
                <a:latin typeface="Calibri"/>
              </a:rPr>
              <a:t>Thank you.</a:t>
            </a:r>
          </a:p>
        </p:txBody>
      </p:sp>
      <p:sp>
        <p:nvSpPr>
          <p:cNvPr id="10" name="TextBox 9"/>
          <p:cNvSpPr txBox="1"/>
          <p:nvPr/>
        </p:nvSpPr>
        <p:spPr>
          <a:xfrm>
            <a:off x="1024128" y="5440680"/>
            <a:ext cx="5486400" cy="320040"/>
          </a:xfrm>
          <a:prstGeom prst="rect">
            <a:avLst/>
          </a:prstGeom>
          <a:noFill/>
        </p:spPr>
        <p:txBody>
          <a:bodyPr wrap="square" lIns="0" tIns="0" rIns="0" bIns="0">
            <a:spAutoFit/>
          </a:bodyPr>
          <a:lstStyle/>
          <a:p>
            <a:r>
              <a:rPr sz="1200">
                <a:solidFill>
                  <a:srgbClr val="76777B"/>
                </a:solidFill>
                <a:latin typeface="Calibri"/>
              </a:rPr>
              <a:t>Ray Zhi · August 2026</a:t>
            </a:r>
          </a:p>
        </p:txBody>
      </p:sp>
    </p:spTree>
    <p:extLst>
      <p:ext uri="{BB962C8B-B14F-4D97-AF65-F5344CB8AC3E}">
        <p14:creationId xmlns:p14="http://schemas.microsoft.com/office/powerpoint/2010/main" val="1126717544"/>
      </p:ext>
    </p:extLst>
  </p:cSld>
  <p:clrMapOvr>
    <a:masterClrMapping/>
  </p:clrMapOvr>
</p:sld>
</file>

<file path=ppt/theme/theme1.xml><?xml version="1.0" encoding="utf-8"?>
<a:theme xmlns:a="http://schemas.openxmlformats.org/drawingml/2006/main" name="Civida Theme">
  <a:themeElements>
    <a:clrScheme name="Custom 1">
      <a:dk1>
        <a:srgbClr val="363434"/>
      </a:dk1>
      <a:lt1>
        <a:sysClr val="window" lastClr="FFFFFF"/>
      </a:lt1>
      <a:dk2>
        <a:srgbClr val="44546A"/>
      </a:dk2>
      <a:lt2>
        <a:srgbClr val="E7E6E6"/>
      </a:lt2>
      <a:accent1>
        <a:srgbClr val="5D2972"/>
      </a:accent1>
      <a:accent2>
        <a:srgbClr val="B95541"/>
      </a:accent2>
      <a:accent3>
        <a:srgbClr val="7D9917"/>
      </a:accent3>
      <a:accent4>
        <a:srgbClr val="3186AF"/>
      </a:accent4>
      <a:accent5>
        <a:srgbClr val="EBA607"/>
      </a:accent5>
      <a:accent6>
        <a:srgbClr val="F2C763"/>
      </a:accent6>
      <a:hlink>
        <a:srgbClr val="B3C50E"/>
      </a:hlink>
      <a:folHlink>
        <a:srgbClr val="9533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ivida Theme" id="{F6FC827F-C0AD-48C6-89B1-07D0C4707065}" vid="{A3805DE5-A6B8-4C3E-94F4-3CE704310E3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mso-contentType ?>
<spe:Receivers xmlns:spe="http://schemas.microsoft.com/sharepoint/event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mso-contentType ?>
<SharedContentType xmlns="Microsoft.SharePoint.Taxonomy.ContentTypeSync" SourceId="e0b79a70-04bd-4c29-9488-8c91ea1e92c9" ContentTypeId="0x01" PreviousValue="false"/>
</file>

<file path=customXml/item5.xml><?xml version="1.0" encoding="utf-8"?>
<ct:contentTypeSchema xmlns:ct="http://schemas.microsoft.com/office/2006/metadata/contentType" xmlns:ma="http://schemas.microsoft.com/office/2006/metadata/properties/metaAttributes" ct:_="" ma:_="" ma:contentTypeName="Document" ma:contentTypeID="0x010100703394A9043E784C8BE63EF35F273D14" ma:contentTypeVersion="321" ma:contentTypeDescription="Create a new document." ma:contentTypeScope="" ma:versionID="b708ba41c52f63ae7cfa6cd5f81f311d">
  <xsd:schema xmlns:xsd="http://www.w3.org/2001/XMLSchema" xmlns:xs="http://www.w3.org/2001/XMLSchema" xmlns:p="http://schemas.microsoft.com/office/2006/metadata/properties" xmlns:ns2="3df9c3d0-3bd9-4ef7-a936-29d9bf4abca4" xmlns:ns3="b445d627-1930-4944-9d54-258a1c9812a4" targetNamespace="http://schemas.microsoft.com/office/2006/metadata/properties" ma:root="true" ma:fieldsID="fe6edf640e33e094e488e398969f6528" ns2:_="" ns3:_="">
    <xsd:import namespace="3df9c3d0-3bd9-4ef7-a936-29d9bf4abca4"/>
    <xsd:import namespace="b445d627-1930-4944-9d54-258a1c9812a4"/>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3:MediaLengthInSeconds"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df9c3d0-3bd9-4ef7-a936-29d9bf4abca4"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b445d627-1930-4944-9d54-258a1c9812a4"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55ADB7D-C357-4191-9EDE-7D929997A80A}">
  <ds:schemaRefs>
    <ds:schemaRef ds:uri="http://schemas.microsoft.com/sharepoint/events"/>
  </ds:schemaRefs>
</ds:datastoreItem>
</file>

<file path=customXml/itemProps2.xml><?xml version="1.0" encoding="utf-8"?>
<ds:datastoreItem xmlns:ds="http://schemas.openxmlformats.org/officeDocument/2006/customXml" ds:itemID="{F1AF4977-0BEC-4A67-B179-D120AB0D1BC2}">
  <ds:schemaRefs>
    <ds:schemaRef ds:uri="http://purl.org/dc/terms/"/>
    <ds:schemaRef ds:uri="3df9c3d0-3bd9-4ef7-a936-29d9bf4abca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dcmitype/"/>
    <ds:schemaRef ds:uri="b445d627-1930-4944-9d54-258a1c9812a4"/>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D78C51E7-5697-437D-B2B7-2CE4A879EB04}">
  <ds:schemaRefs>
    <ds:schemaRef ds:uri="http://schemas.microsoft.com/sharepoint/v3/contenttype/forms"/>
  </ds:schemaRefs>
</ds:datastoreItem>
</file>

<file path=customXml/itemProps4.xml><?xml version="1.0" encoding="utf-8"?>
<ds:datastoreItem xmlns:ds="http://schemas.openxmlformats.org/officeDocument/2006/customXml" ds:itemID="{5BDF22CE-8373-47B6-AE8C-F92618882DDD}">
  <ds:schemaRefs>
    <ds:schemaRef ds:uri="Microsoft.SharePoint.Taxonomy.ContentTypeSync"/>
  </ds:schemaRefs>
</ds:datastoreItem>
</file>

<file path=customXml/itemProps5.xml><?xml version="1.0" encoding="utf-8"?>
<ds:datastoreItem xmlns:ds="http://schemas.openxmlformats.org/officeDocument/2006/customXml" ds:itemID="{3EEC5976-DFA8-407A-ADAA-542C467186F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df9c3d0-3bd9-4ef7-a936-29d9bf4abca4"/>
    <ds:schemaRef ds:uri="b445d627-1930-4944-9d54-258a1c9812a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Civida Theme</Template>
  <TotalTime>1210</TotalTime>
  <Words>877</Words>
  <Application>Microsoft Macintosh PowerPoint</Application>
  <PresentationFormat>Widescreen</PresentationFormat>
  <Paragraphs>66</Paragraphs>
  <Slides>4</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Arial</vt:lpstr>
      <vt:lpstr>Calibri</vt:lpstr>
      <vt:lpstr>Muli</vt:lpstr>
      <vt:lpstr>Muli ExtraBold</vt:lpstr>
      <vt:lpstr>Muli Light</vt:lpstr>
      <vt:lpstr>Civida Theme</vt:lpstr>
      <vt:lpstr>Civida Chatbot</vt:lpstr>
      <vt:lpstr>Where this goes next</vt:lpstr>
      <vt:lpstr>Low upkeep, clear ownership</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james</dc:creator>
  <cp:lastModifiedBy>Rayan Zhi</cp:lastModifiedBy>
  <cp:revision>62</cp:revision>
  <dcterms:created xsi:type="dcterms:W3CDTF">2021-03-08T21:56:03Z</dcterms:created>
  <dcterms:modified xsi:type="dcterms:W3CDTF">2026-08-06T14:55:23Z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0x010100703394A9043E784C8BE63EF35F273D14</vt:lpwstr>
  </property>
  <property fmtid="{D5CDD505-2E9C-101B-9397-08002B2CF9AE}" pid="3" name="MSIP_Label_38e72599-4bdc-4660-aac4-28159de38b75_Enabled">
    <vt:lpwstr>true</vt:lpwstr>
  </property>
  <property fmtid="{D5CDD505-2E9C-101B-9397-08002B2CF9AE}" pid="4" name="MSIP_Label_38e72599-4bdc-4660-aac4-28159de38b75_SetDate">
    <vt:lpwstr>2026-05-29T18:52:58Z</vt:lpwstr>
  </property>
  <property fmtid="{D5CDD505-2E9C-101B-9397-08002B2CF9AE}" pid="5" name="MSIP_Label_38e72599-4bdc-4660-aac4-28159de38b75_Method">
    <vt:lpwstr>Standard</vt:lpwstr>
  </property>
  <property fmtid="{D5CDD505-2E9C-101B-9397-08002B2CF9AE}" pid="6" name="MSIP_Label_38e72599-4bdc-4660-aac4-28159de38b75_Name">
    <vt:lpwstr>Label - PROTECTED A</vt:lpwstr>
  </property>
  <property fmtid="{D5CDD505-2E9C-101B-9397-08002B2CF9AE}" pid="7" name="MSIP_Label_38e72599-4bdc-4660-aac4-28159de38b75_SiteId">
    <vt:lpwstr>06959da7-b8b7-40c5-bb7b-330bf8fc5e25</vt:lpwstr>
  </property>
  <property fmtid="{D5CDD505-2E9C-101B-9397-08002B2CF9AE}" pid="8" name="MSIP_Label_38e72599-4bdc-4660-aac4-28159de38b75_ActionId">
    <vt:lpwstr>a8d5f055-9f2c-4587-9a4c-332373827490</vt:lpwstr>
  </property>
  <property fmtid="{D5CDD505-2E9C-101B-9397-08002B2CF9AE}" pid="9" name="MSIP_Label_38e72599-4bdc-4660-aac4-28159de38b75_ContentBits">
    <vt:lpwstr>0</vt:lpwstr>
  </property>
  <property fmtid="{D5CDD505-2E9C-101B-9397-08002B2CF9AE}" pid="10" name="MSIP_Label_38e72599-4bdc-4660-aac4-28159de38b75_Tag">
    <vt:lpwstr>10, 3, 0, 2</vt:lpwstr>
  </property>
</Properties>
</file>